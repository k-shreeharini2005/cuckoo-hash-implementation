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2"/>
  </p:notesMasterIdLst>
  <p:handoutMasterIdLst>
    <p:handoutMasterId r:id="rId33"/>
  </p:handoutMasterIdLst>
  <p:sldIdLst>
    <p:sldId id="350" r:id="rId2"/>
    <p:sldId id="409" r:id="rId3"/>
    <p:sldId id="403" r:id="rId4"/>
    <p:sldId id="410" r:id="rId5"/>
    <p:sldId id="405" r:id="rId6"/>
    <p:sldId id="359" r:id="rId7"/>
    <p:sldId id="404" r:id="rId8"/>
    <p:sldId id="402" r:id="rId9"/>
    <p:sldId id="343" r:id="rId10"/>
    <p:sldId id="389" r:id="rId11"/>
    <p:sldId id="397" r:id="rId12"/>
    <p:sldId id="373" r:id="rId13"/>
    <p:sldId id="411" r:id="rId14"/>
    <p:sldId id="378" r:id="rId15"/>
    <p:sldId id="375" r:id="rId16"/>
    <p:sldId id="380" r:id="rId17"/>
    <p:sldId id="414" r:id="rId18"/>
    <p:sldId id="415" r:id="rId19"/>
    <p:sldId id="416" r:id="rId20"/>
    <p:sldId id="417" r:id="rId21"/>
    <p:sldId id="418" r:id="rId22"/>
    <p:sldId id="419" r:id="rId23"/>
    <p:sldId id="413" r:id="rId24"/>
    <p:sldId id="423" r:id="rId25"/>
    <p:sldId id="424" r:id="rId26"/>
    <p:sldId id="422" r:id="rId27"/>
    <p:sldId id="420" r:id="rId28"/>
    <p:sldId id="360" r:id="rId29"/>
    <p:sldId id="383" r:id="rId30"/>
    <p:sldId id="412" r:id="rId31"/>
  </p:sldIdLst>
  <p:sldSz cx="9144000" cy="6858000" type="screen4x3"/>
  <p:notesSz cx="6858000" cy="9144000"/>
  <p:embeddedFontLst>
    <p:embeddedFont>
      <p:font typeface="Verdana" panose="020B0604030504040204" pitchFamily="34" charset="0"/>
      <p:regular r:id="rId34"/>
      <p:bold r:id="rId35"/>
      <p:italic r:id="rId36"/>
      <p:boldItalic r:id="rId37"/>
    </p:embeddedFont>
  </p:embeddedFontLst>
  <p:defaultTextStyle>
    <a:defPPr>
      <a:defRPr lang="en-US"/>
    </a:defPPr>
    <a:lvl1pPr algn="l" rtl="0" fontAlgn="base">
      <a:spcBef>
        <a:spcPct val="20000"/>
      </a:spcBef>
      <a:spcAft>
        <a:spcPct val="0"/>
      </a:spcAft>
      <a:buChar char="•"/>
      <a:defRPr sz="1400" b="1" kern="1200">
        <a:solidFill>
          <a:schemeClr val="tx1"/>
        </a:solidFill>
        <a:latin typeface="Verdana" pitchFamily="34" charset="0"/>
        <a:ea typeface="+mn-ea"/>
        <a:cs typeface="+mn-cs"/>
      </a:defRPr>
    </a:lvl1pPr>
    <a:lvl2pPr marL="457200" algn="l" rtl="0" fontAlgn="base">
      <a:spcBef>
        <a:spcPct val="20000"/>
      </a:spcBef>
      <a:spcAft>
        <a:spcPct val="0"/>
      </a:spcAft>
      <a:buChar char="•"/>
      <a:defRPr sz="1400" b="1" kern="1200">
        <a:solidFill>
          <a:schemeClr val="tx1"/>
        </a:solidFill>
        <a:latin typeface="Verdana" pitchFamily="34" charset="0"/>
        <a:ea typeface="+mn-ea"/>
        <a:cs typeface="+mn-cs"/>
      </a:defRPr>
    </a:lvl2pPr>
    <a:lvl3pPr marL="914400" algn="l" rtl="0" fontAlgn="base">
      <a:spcBef>
        <a:spcPct val="20000"/>
      </a:spcBef>
      <a:spcAft>
        <a:spcPct val="0"/>
      </a:spcAft>
      <a:buChar char="•"/>
      <a:defRPr sz="1400" b="1" kern="1200">
        <a:solidFill>
          <a:schemeClr val="tx1"/>
        </a:solidFill>
        <a:latin typeface="Verdana" pitchFamily="34" charset="0"/>
        <a:ea typeface="+mn-ea"/>
        <a:cs typeface="+mn-cs"/>
      </a:defRPr>
    </a:lvl3pPr>
    <a:lvl4pPr marL="1371600" algn="l" rtl="0" fontAlgn="base">
      <a:spcBef>
        <a:spcPct val="20000"/>
      </a:spcBef>
      <a:spcAft>
        <a:spcPct val="0"/>
      </a:spcAft>
      <a:buChar char="•"/>
      <a:defRPr sz="1400" b="1" kern="1200">
        <a:solidFill>
          <a:schemeClr val="tx1"/>
        </a:solidFill>
        <a:latin typeface="Verdana" pitchFamily="34" charset="0"/>
        <a:ea typeface="+mn-ea"/>
        <a:cs typeface="+mn-cs"/>
      </a:defRPr>
    </a:lvl4pPr>
    <a:lvl5pPr marL="1828800" algn="l" rtl="0" fontAlgn="base">
      <a:spcBef>
        <a:spcPct val="20000"/>
      </a:spcBef>
      <a:spcAft>
        <a:spcPct val="0"/>
      </a:spcAft>
      <a:buChar char="•"/>
      <a:defRPr sz="1400" b="1" kern="1200">
        <a:solidFill>
          <a:schemeClr val="tx1"/>
        </a:solidFill>
        <a:latin typeface="Verdana" pitchFamily="34" charset="0"/>
        <a:ea typeface="+mn-ea"/>
        <a:cs typeface="+mn-cs"/>
      </a:defRPr>
    </a:lvl5pPr>
    <a:lvl6pPr marL="2286000" algn="l" defTabSz="914400" rtl="0" eaLnBrk="1" latinLnBrk="0" hangingPunct="1">
      <a:defRPr sz="1400" b="1" kern="1200">
        <a:solidFill>
          <a:schemeClr val="tx1"/>
        </a:solidFill>
        <a:latin typeface="Verdana" pitchFamily="34" charset="0"/>
        <a:ea typeface="+mn-ea"/>
        <a:cs typeface="+mn-cs"/>
      </a:defRPr>
    </a:lvl6pPr>
    <a:lvl7pPr marL="2743200" algn="l" defTabSz="914400" rtl="0" eaLnBrk="1" latinLnBrk="0" hangingPunct="1">
      <a:defRPr sz="1400" b="1" kern="1200">
        <a:solidFill>
          <a:schemeClr val="tx1"/>
        </a:solidFill>
        <a:latin typeface="Verdana" pitchFamily="34" charset="0"/>
        <a:ea typeface="+mn-ea"/>
        <a:cs typeface="+mn-cs"/>
      </a:defRPr>
    </a:lvl7pPr>
    <a:lvl8pPr marL="3200400" algn="l" defTabSz="914400" rtl="0" eaLnBrk="1" latinLnBrk="0" hangingPunct="1">
      <a:defRPr sz="1400" b="1" kern="1200">
        <a:solidFill>
          <a:schemeClr val="tx1"/>
        </a:solidFill>
        <a:latin typeface="Verdana" pitchFamily="34" charset="0"/>
        <a:ea typeface="+mn-ea"/>
        <a:cs typeface="+mn-cs"/>
      </a:defRPr>
    </a:lvl8pPr>
    <a:lvl9pPr marL="3657600" algn="l" defTabSz="914400" rtl="0" eaLnBrk="1" latinLnBrk="0" hangingPunct="1">
      <a:defRPr sz="1400" b="1" kern="1200">
        <a:solidFill>
          <a:schemeClr val="tx1"/>
        </a:solidFill>
        <a:latin typeface="Verdan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B686DA"/>
    <a:srgbClr val="FF0000"/>
    <a:srgbClr val="F89E5A"/>
    <a:srgbClr val="07DCF9"/>
    <a:srgbClr val="F103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C313EF-B196-430F-BFB2-F5ADFD209E0C}" v="42" dt="2024-11-26T01:46:58.746"/>
  </p1510:revLst>
</p1510:revInfo>
</file>

<file path=ppt/tableStyles.xml><?xml version="1.0" encoding="utf-8"?>
<a:tblStyleLst xmlns:a="http://schemas.openxmlformats.org/drawingml/2006/main" def="{5C22544A-7EE6-4342-B048-85BDC9FD1C3A}">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27" autoAdjust="0"/>
    <p:restoredTop sz="90929" autoAdjust="0"/>
  </p:normalViewPr>
  <p:slideViewPr>
    <p:cSldViewPr>
      <p:cViewPr varScale="1">
        <p:scale>
          <a:sx n="89" d="100"/>
          <a:sy n="89" d="100"/>
        </p:scale>
        <p:origin x="154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1.fntdata"/><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4.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eeHarini K" userId="f258e20163657acf" providerId="LiveId" clId="{35C313EF-B196-430F-BFB2-F5ADFD209E0C}"/>
    <pc:docChg chg="undo custSel modSld">
      <pc:chgData name="ShreeHarini K" userId="f258e20163657acf" providerId="LiveId" clId="{35C313EF-B196-430F-BFB2-F5ADFD209E0C}" dt="2024-11-26T01:46:44.287" v="430" actId="20577"/>
      <pc:docMkLst>
        <pc:docMk/>
      </pc:docMkLst>
      <pc:sldChg chg="modSp mod">
        <pc:chgData name="ShreeHarini K" userId="f258e20163657acf" providerId="LiveId" clId="{35C313EF-B196-430F-BFB2-F5ADFD209E0C}" dt="2024-11-26T01:46:44.287" v="430" actId="20577"/>
        <pc:sldMkLst>
          <pc:docMk/>
          <pc:sldMk cId="0" sldId="360"/>
        </pc:sldMkLst>
        <pc:spChg chg="mod">
          <ac:chgData name="ShreeHarini K" userId="f258e20163657acf" providerId="LiveId" clId="{35C313EF-B196-430F-BFB2-F5ADFD209E0C}" dt="2024-11-26T01:46:44.287" v="430" actId="20577"/>
          <ac:spMkLst>
            <pc:docMk/>
            <pc:sldMk cId="0" sldId="360"/>
            <ac:spMk id="30723" creationId="{00000000-0000-0000-0000-000000000000}"/>
          </ac:spMkLst>
        </pc:spChg>
      </pc:sldChg>
      <pc:sldChg chg="addSp delSp modSp">
        <pc:chgData name="ShreeHarini K" userId="f258e20163657acf" providerId="LiveId" clId="{35C313EF-B196-430F-BFB2-F5ADFD209E0C}" dt="2024-11-19T18:16:38.672" v="6" actId="1076"/>
        <pc:sldMkLst>
          <pc:docMk/>
          <pc:sldMk cId="0" sldId="383"/>
        </pc:sldMkLst>
        <pc:spChg chg="add del mod">
          <ac:chgData name="ShreeHarini K" userId="f258e20163657acf" providerId="LiveId" clId="{35C313EF-B196-430F-BFB2-F5ADFD209E0C}" dt="2024-11-19T18:16:22.137" v="1" actId="931"/>
          <ac:spMkLst>
            <pc:docMk/>
            <pc:sldMk cId="0" sldId="383"/>
            <ac:spMk id="3" creationId="{C28452C0-4057-1904-18EF-2D6F2CE6C391}"/>
          </ac:spMkLst>
        </pc:spChg>
        <pc:picChg chg="add mod">
          <ac:chgData name="ShreeHarini K" userId="f258e20163657acf" providerId="LiveId" clId="{35C313EF-B196-430F-BFB2-F5ADFD209E0C}" dt="2024-11-19T18:16:38.672" v="6" actId="1076"/>
          <ac:picMkLst>
            <pc:docMk/>
            <pc:sldMk cId="0" sldId="383"/>
            <ac:picMk id="6" creationId="{13740B40-436A-DBF9-7D3C-E43E270F9528}"/>
          </ac:picMkLst>
        </pc:picChg>
        <pc:picChg chg="del">
          <ac:chgData name="ShreeHarini K" userId="f258e20163657acf" providerId="LiveId" clId="{35C313EF-B196-430F-BFB2-F5ADFD209E0C}" dt="2024-11-19T18:15:55.093" v="0" actId="21"/>
          <ac:picMkLst>
            <pc:docMk/>
            <pc:sldMk cId="0" sldId="383"/>
            <ac:picMk id="7" creationId="{00000000-0000-0000-0000-000000000000}"/>
          </ac:picMkLst>
        </pc:picChg>
      </pc:sldChg>
      <pc:sldChg chg="addSp delSp modSp mod">
        <pc:chgData name="ShreeHarini K" userId="f258e20163657acf" providerId="LiveId" clId="{35C313EF-B196-430F-BFB2-F5ADFD209E0C}" dt="2024-11-19T18:20:50.144" v="191"/>
        <pc:sldMkLst>
          <pc:docMk/>
          <pc:sldMk cId="2046640098" sldId="412"/>
        </pc:sldMkLst>
        <pc:spChg chg="add del mod">
          <ac:chgData name="ShreeHarini K" userId="f258e20163657acf" providerId="LiveId" clId="{35C313EF-B196-430F-BFB2-F5ADFD209E0C}" dt="2024-11-19T18:20:50.144" v="191"/>
          <ac:spMkLst>
            <pc:docMk/>
            <pc:sldMk cId="2046640098" sldId="412"/>
            <ac:spMk id="2" creationId="{E3914CCB-62BA-57EE-1C9E-247C549CC1FB}"/>
          </ac:spMkLst>
        </pc:spChg>
        <pc:spChg chg="mod">
          <ac:chgData name="ShreeHarini K" userId="f258e20163657acf" providerId="LiveId" clId="{35C313EF-B196-430F-BFB2-F5ADFD209E0C}" dt="2024-11-19T18:20:46.255" v="189" actId="20577"/>
          <ac:spMkLst>
            <pc:docMk/>
            <pc:sldMk cId="2046640098" sldId="412"/>
            <ac:spMk id="3" creationId="{E2A9BF6B-4482-B273-7D85-3C53507EEF6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48131"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48132"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48133"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58A7065A-B6DA-4259-AD4B-91709BAF4682}" type="slidenum">
              <a:rPr lang="en-US"/>
              <a:pPr>
                <a:defRPr/>
              </a:pPr>
              <a:t>‹#›</a:t>
            </a:fld>
            <a:endParaRPr lang="en-US"/>
          </a:p>
        </p:txBody>
      </p:sp>
    </p:spTree>
    <p:extLst>
      <p:ext uri="{BB962C8B-B14F-4D97-AF65-F5344CB8AC3E}">
        <p14:creationId xmlns:p14="http://schemas.microsoft.com/office/powerpoint/2010/main" val="40850618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FontTx/>
              <a:buNone/>
              <a:defRPr sz="1200" b="0">
                <a:latin typeface="Arial" charset="0"/>
              </a:defRPr>
            </a:lvl1pPr>
          </a:lstStyle>
          <a:p>
            <a:pPr>
              <a:defRPr/>
            </a:pPr>
            <a:endParaRPr lang="en-US"/>
          </a:p>
        </p:txBody>
      </p:sp>
      <p:sp>
        <p:nvSpPr>
          <p:cNvPr id="307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FontTx/>
              <a:buNone/>
              <a:defRPr sz="1200" b="0">
                <a:latin typeface="Arial" charset="0"/>
              </a:defRPr>
            </a:lvl1pPr>
          </a:lstStyle>
          <a:p>
            <a:pPr>
              <a:defRPr/>
            </a:pPr>
            <a:endParaRPr lang="en-US"/>
          </a:p>
        </p:txBody>
      </p:sp>
      <p:sp>
        <p:nvSpPr>
          <p:cNvPr id="471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buFontTx/>
              <a:buNone/>
              <a:defRPr sz="1200" b="0">
                <a:latin typeface="Arial" charset="0"/>
              </a:defRPr>
            </a:lvl1pPr>
          </a:lstStyle>
          <a:p>
            <a:pPr>
              <a:defRPr/>
            </a:pPr>
            <a:endParaRPr lang="en-US"/>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FontTx/>
              <a:buNone/>
              <a:defRPr sz="1200" b="0">
                <a:latin typeface="Arial" charset="0"/>
              </a:defRPr>
            </a:lvl1pPr>
          </a:lstStyle>
          <a:p>
            <a:pPr>
              <a:defRPr/>
            </a:pPr>
            <a:fld id="{B427ECC0-FEA8-482E-80AE-DF25E898D714}" type="slidenum">
              <a:rPr lang="en-US"/>
              <a:pPr>
                <a:defRPr/>
              </a:pPr>
              <a:t>‹#›</a:t>
            </a:fld>
            <a:endParaRPr lang="en-US"/>
          </a:p>
        </p:txBody>
      </p:sp>
    </p:spTree>
    <p:extLst>
      <p:ext uri="{BB962C8B-B14F-4D97-AF65-F5344CB8AC3E}">
        <p14:creationId xmlns:p14="http://schemas.microsoft.com/office/powerpoint/2010/main" val="143336532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p:cNvSpPr>
            <a:spLocks noGrp="1" noChangeArrowheads="1"/>
          </p:cNvSpPr>
          <p:nvPr>
            <p:ph type="ftr" sz="quarter" idx="10"/>
          </p:nvPr>
        </p:nvSpPr>
        <p:spPr/>
        <p:txBody>
          <a:bodyPr/>
          <a:lstStyle>
            <a:lvl1pPr>
              <a:defRPr/>
            </a:lvl1pPr>
          </a:lstStyle>
          <a:p>
            <a:pPr>
              <a:defRPr/>
            </a:pPr>
            <a:r>
              <a:rPr lang="en-US"/>
              <a:t>Department of IT</a:t>
            </a:r>
          </a:p>
        </p:txBody>
      </p:sp>
      <p:sp>
        <p:nvSpPr>
          <p:cNvPr id="5" name="Rectangle 6"/>
          <p:cNvSpPr>
            <a:spLocks noGrp="1" noChangeArrowheads="1"/>
          </p:cNvSpPr>
          <p:nvPr>
            <p:ph type="sldNum" sz="quarter" idx="11"/>
          </p:nvPr>
        </p:nvSpPr>
        <p:spPr/>
        <p:txBody>
          <a:bodyPr/>
          <a:lstStyle>
            <a:lvl1pPr>
              <a:defRPr/>
            </a:lvl1pPr>
          </a:lstStyle>
          <a:p>
            <a:pPr>
              <a:defRPr/>
            </a:pPr>
            <a:fld id="{70A8C4F7-E9B3-43AF-98BD-A4E5C2019DE3}" type="slidenum">
              <a:rPr lang="en-US"/>
              <a:pPr>
                <a:defRPr/>
              </a:pPr>
              <a:t>‹#›</a:t>
            </a:fld>
            <a:endParaRPr lang="en-US"/>
          </a:p>
        </p:txBody>
      </p:sp>
    </p:spTree>
    <p:extLst>
      <p:ext uri="{BB962C8B-B14F-4D97-AF65-F5344CB8AC3E}">
        <p14:creationId xmlns:p14="http://schemas.microsoft.com/office/powerpoint/2010/main" val="553794037"/>
      </p:ext>
    </p:extLst>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4" name="Line 7"/>
          <p:cNvSpPr>
            <a:spLocks noChangeShapeType="1"/>
          </p:cNvSpPr>
          <p:nvPr userDrawn="1"/>
        </p:nvSpPr>
        <p:spPr bwMode="auto">
          <a:xfrm>
            <a:off x="685800" y="990600"/>
            <a:ext cx="84582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spAutoFit/>
          </a:bodyPr>
          <a:lstStyle/>
          <a:p>
            <a:endParaRPr lang="en-US"/>
          </a:p>
        </p:txBody>
      </p:sp>
      <p:sp>
        <p:nvSpPr>
          <p:cNvPr id="5" name="Text Box 9"/>
          <p:cNvSpPr txBox="1">
            <a:spLocks noChangeArrowheads="1"/>
          </p:cNvSpPr>
          <p:nvPr userDrawn="1"/>
        </p:nvSpPr>
        <p:spPr bwMode="auto">
          <a:xfrm>
            <a:off x="914400" y="6248400"/>
            <a:ext cx="1981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eaLnBrk="0" hangingPunct="0">
              <a:defRPr sz="1400" b="1">
                <a:solidFill>
                  <a:schemeClr val="tx1"/>
                </a:solidFill>
                <a:latin typeface="Verdana" pitchFamily="34" charset="0"/>
              </a:defRPr>
            </a:lvl1pPr>
            <a:lvl2pPr marL="742950" indent="-285750" eaLnBrk="0" hangingPunct="0">
              <a:defRPr sz="1400" b="1">
                <a:solidFill>
                  <a:schemeClr val="tx1"/>
                </a:solidFill>
                <a:latin typeface="Verdana" pitchFamily="34" charset="0"/>
              </a:defRPr>
            </a:lvl2pPr>
            <a:lvl3pPr marL="1143000" indent="-228600" eaLnBrk="0" hangingPunct="0">
              <a:defRPr sz="1400" b="1">
                <a:solidFill>
                  <a:schemeClr val="tx1"/>
                </a:solidFill>
                <a:latin typeface="Verdana" pitchFamily="34" charset="0"/>
              </a:defRPr>
            </a:lvl3pPr>
            <a:lvl4pPr marL="1600200" indent="-228600" eaLnBrk="0" hangingPunct="0">
              <a:defRPr sz="1400" b="1">
                <a:solidFill>
                  <a:schemeClr val="tx1"/>
                </a:solidFill>
                <a:latin typeface="Verdana" pitchFamily="34" charset="0"/>
              </a:defRPr>
            </a:lvl4pPr>
            <a:lvl5pPr marL="2057400" indent="-228600" eaLnBrk="0" hangingPunct="0">
              <a:defRPr sz="1400" b="1">
                <a:solidFill>
                  <a:schemeClr val="tx1"/>
                </a:solidFill>
                <a:latin typeface="Verdana" pitchFamily="34" charset="0"/>
              </a:defRPr>
            </a:lvl5pPr>
            <a:lvl6pPr marL="2514600" indent="-228600" eaLnBrk="0" fontAlgn="base" hangingPunct="0">
              <a:spcBef>
                <a:spcPct val="20000"/>
              </a:spcBef>
              <a:spcAft>
                <a:spcPct val="0"/>
              </a:spcAft>
              <a:buChar char="•"/>
              <a:defRPr sz="1400" b="1">
                <a:solidFill>
                  <a:schemeClr val="tx1"/>
                </a:solidFill>
                <a:latin typeface="Verdana" pitchFamily="34" charset="0"/>
              </a:defRPr>
            </a:lvl6pPr>
            <a:lvl7pPr marL="2971800" indent="-228600" eaLnBrk="0" fontAlgn="base" hangingPunct="0">
              <a:spcBef>
                <a:spcPct val="20000"/>
              </a:spcBef>
              <a:spcAft>
                <a:spcPct val="0"/>
              </a:spcAft>
              <a:buChar char="•"/>
              <a:defRPr sz="1400" b="1">
                <a:solidFill>
                  <a:schemeClr val="tx1"/>
                </a:solidFill>
                <a:latin typeface="Verdana" pitchFamily="34" charset="0"/>
              </a:defRPr>
            </a:lvl7pPr>
            <a:lvl8pPr marL="3429000" indent="-228600" eaLnBrk="0" fontAlgn="base" hangingPunct="0">
              <a:spcBef>
                <a:spcPct val="20000"/>
              </a:spcBef>
              <a:spcAft>
                <a:spcPct val="0"/>
              </a:spcAft>
              <a:buChar char="•"/>
              <a:defRPr sz="1400" b="1">
                <a:solidFill>
                  <a:schemeClr val="tx1"/>
                </a:solidFill>
                <a:latin typeface="Verdana" pitchFamily="34" charset="0"/>
              </a:defRPr>
            </a:lvl8pPr>
            <a:lvl9pPr marL="3886200" indent="-228600" eaLnBrk="0" fontAlgn="base" hangingPunct="0">
              <a:spcBef>
                <a:spcPct val="20000"/>
              </a:spcBef>
              <a:spcAft>
                <a:spcPct val="0"/>
              </a:spcAft>
              <a:buChar char="•"/>
              <a:defRPr sz="1400" b="1">
                <a:solidFill>
                  <a:schemeClr val="tx1"/>
                </a:solidFill>
                <a:latin typeface="Verdana" pitchFamily="34" charset="0"/>
              </a:defRPr>
            </a:lvl9pPr>
          </a:lstStyle>
          <a:p>
            <a:pPr eaLnBrk="1" hangingPunct="1">
              <a:spcBef>
                <a:spcPct val="50000"/>
              </a:spcBef>
              <a:defRPr/>
            </a:pPr>
            <a:endParaRPr lang="en-US" sz="1200"/>
          </a:p>
        </p:txBody>
      </p:sp>
      <p:sp>
        <p:nvSpPr>
          <p:cNvPr id="6" name="Text Box 10"/>
          <p:cNvSpPr txBox="1">
            <a:spLocks noChangeArrowheads="1"/>
          </p:cNvSpPr>
          <p:nvPr userDrawn="1"/>
        </p:nvSpPr>
        <p:spPr bwMode="auto">
          <a:xfrm>
            <a:off x="457200" y="6324600"/>
            <a:ext cx="2895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eaLnBrk="0" hangingPunct="0">
              <a:defRPr sz="1400" b="1">
                <a:solidFill>
                  <a:schemeClr val="tx1"/>
                </a:solidFill>
                <a:latin typeface="Verdana" pitchFamily="34" charset="0"/>
              </a:defRPr>
            </a:lvl1pPr>
            <a:lvl2pPr marL="742950" indent="-285750" eaLnBrk="0" hangingPunct="0">
              <a:defRPr sz="1400" b="1">
                <a:solidFill>
                  <a:schemeClr val="tx1"/>
                </a:solidFill>
                <a:latin typeface="Verdana" pitchFamily="34" charset="0"/>
              </a:defRPr>
            </a:lvl2pPr>
            <a:lvl3pPr marL="1143000" indent="-228600" eaLnBrk="0" hangingPunct="0">
              <a:defRPr sz="1400" b="1">
                <a:solidFill>
                  <a:schemeClr val="tx1"/>
                </a:solidFill>
                <a:latin typeface="Verdana" pitchFamily="34" charset="0"/>
              </a:defRPr>
            </a:lvl3pPr>
            <a:lvl4pPr marL="1600200" indent="-228600" eaLnBrk="0" hangingPunct="0">
              <a:defRPr sz="1400" b="1">
                <a:solidFill>
                  <a:schemeClr val="tx1"/>
                </a:solidFill>
                <a:latin typeface="Verdana" pitchFamily="34" charset="0"/>
              </a:defRPr>
            </a:lvl4pPr>
            <a:lvl5pPr marL="2057400" indent="-228600" eaLnBrk="0" hangingPunct="0">
              <a:defRPr sz="1400" b="1">
                <a:solidFill>
                  <a:schemeClr val="tx1"/>
                </a:solidFill>
                <a:latin typeface="Verdana" pitchFamily="34" charset="0"/>
              </a:defRPr>
            </a:lvl5pPr>
            <a:lvl6pPr marL="2514600" indent="-228600" eaLnBrk="0" fontAlgn="base" hangingPunct="0">
              <a:spcBef>
                <a:spcPct val="20000"/>
              </a:spcBef>
              <a:spcAft>
                <a:spcPct val="0"/>
              </a:spcAft>
              <a:buChar char="•"/>
              <a:defRPr sz="1400" b="1">
                <a:solidFill>
                  <a:schemeClr val="tx1"/>
                </a:solidFill>
                <a:latin typeface="Verdana" pitchFamily="34" charset="0"/>
              </a:defRPr>
            </a:lvl6pPr>
            <a:lvl7pPr marL="2971800" indent="-228600" eaLnBrk="0" fontAlgn="base" hangingPunct="0">
              <a:spcBef>
                <a:spcPct val="20000"/>
              </a:spcBef>
              <a:spcAft>
                <a:spcPct val="0"/>
              </a:spcAft>
              <a:buChar char="•"/>
              <a:defRPr sz="1400" b="1">
                <a:solidFill>
                  <a:schemeClr val="tx1"/>
                </a:solidFill>
                <a:latin typeface="Verdana" pitchFamily="34" charset="0"/>
              </a:defRPr>
            </a:lvl7pPr>
            <a:lvl8pPr marL="3429000" indent="-228600" eaLnBrk="0" fontAlgn="base" hangingPunct="0">
              <a:spcBef>
                <a:spcPct val="20000"/>
              </a:spcBef>
              <a:spcAft>
                <a:spcPct val="0"/>
              </a:spcAft>
              <a:buChar char="•"/>
              <a:defRPr sz="1400" b="1">
                <a:solidFill>
                  <a:schemeClr val="tx1"/>
                </a:solidFill>
                <a:latin typeface="Verdana" pitchFamily="34" charset="0"/>
              </a:defRPr>
            </a:lvl8pPr>
            <a:lvl9pPr marL="3886200" indent="-228600" eaLnBrk="0" fontAlgn="base" hangingPunct="0">
              <a:spcBef>
                <a:spcPct val="20000"/>
              </a:spcBef>
              <a:spcAft>
                <a:spcPct val="0"/>
              </a:spcAft>
              <a:buChar char="•"/>
              <a:defRPr sz="1400" b="1">
                <a:solidFill>
                  <a:schemeClr val="tx1"/>
                </a:solidFill>
                <a:latin typeface="Verdana" pitchFamily="34" charset="0"/>
              </a:defRPr>
            </a:lvl9pPr>
          </a:lstStyle>
          <a:p>
            <a:pPr eaLnBrk="1" hangingPunct="1">
              <a:spcBef>
                <a:spcPct val="50000"/>
              </a:spcBef>
              <a:buFontTx/>
              <a:buNone/>
              <a:defRPr/>
            </a:pPr>
            <a:fld id="{324D98B1-1037-4595-96CD-6EF15734A0F9}" type="datetime3">
              <a:rPr lang="en-US" sz="1200" smtClean="0">
                <a:solidFill>
                  <a:srgbClr val="0000FF"/>
                </a:solidFill>
              </a:rPr>
              <a:pPr eaLnBrk="1" hangingPunct="1">
                <a:spcBef>
                  <a:spcPct val="50000"/>
                </a:spcBef>
                <a:buFontTx/>
                <a:buNone/>
                <a:defRPr/>
              </a:pPr>
              <a:t>26 November 2024</a:t>
            </a:fld>
            <a:endParaRPr lang="en-US" sz="1200">
              <a:solidFill>
                <a:srgbClr val="0000FF"/>
              </a:solidFill>
            </a:endParaRPr>
          </a:p>
        </p:txBody>
      </p:sp>
      <p:sp>
        <p:nvSpPr>
          <p:cNvPr id="7" name="Text Box 11"/>
          <p:cNvSpPr txBox="1">
            <a:spLocks noChangeArrowheads="1"/>
          </p:cNvSpPr>
          <p:nvPr userDrawn="1"/>
        </p:nvSpPr>
        <p:spPr bwMode="auto">
          <a:xfrm>
            <a:off x="8086725" y="6446838"/>
            <a:ext cx="10795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eaLnBrk="0" hangingPunct="0">
              <a:defRPr sz="1400" b="1">
                <a:solidFill>
                  <a:schemeClr val="tx1"/>
                </a:solidFill>
                <a:latin typeface="Verdana" pitchFamily="34" charset="0"/>
              </a:defRPr>
            </a:lvl1pPr>
            <a:lvl2pPr marL="742950" indent="-285750" eaLnBrk="0" hangingPunct="0">
              <a:defRPr sz="1400" b="1">
                <a:solidFill>
                  <a:schemeClr val="tx1"/>
                </a:solidFill>
                <a:latin typeface="Verdana" pitchFamily="34" charset="0"/>
              </a:defRPr>
            </a:lvl2pPr>
            <a:lvl3pPr marL="1143000" indent="-228600" eaLnBrk="0" hangingPunct="0">
              <a:defRPr sz="1400" b="1">
                <a:solidFill>
                  <a:schemeClr val="tx1"/>
                </a:solidFill>
                <a:latin typeface="Verdana" pitchFamily="34" charset="0"/>
              </a:defRPr>
            </a:lvl3pPr>
            <a:lvl4pPr marL="1600200" indent="-228600" eaLnBrk="0" hangingPunct="0">
              <a:defRPr sz="1400" b="1">
                <a:solidFill>
                  <a:schemeClr val="tx1"/>
                </a:solidFill>
                <a:latin typeface="Verdana" pitchFamily="34" charset="0"/>
              </a:defRPr>
            </a:lvl4pPr>
            <a:lvl5pPr marL="2057400" indent="-228600" eaLnBrk="0" hangingPunct="0">
              <a:defRPr sz="1400" b="1">
                <a:solidFill>
                  <a:schemeClr val="tx1"/>
                </a:solidFill>
                <a:latin typeface="Verdana" pitchFamily="34" charset="0"/>
              </a:defRPr>
            </a:lvl5pPr>
            <a:lvl6pPr marL="2514600" indent="-228600" eaLnBrk="0" fontAlgn="base" hangingPunct="0">
              <a:spcBef>
                <a:spcPct val="20000"/>
              </a:spcBef>
              <a:spcAft>
                <a:spcPct val="0"/>
              </a:spcAft>
              <a:buChar char="•"/>
              <a:defRPr sz="1400" b="1">
                <a:solidFill>
                  <a:schemeClr val="tx1"/>
                </a:solidFill>
                <a:latin typeface="Verdana" pitchFamily="34" charset="0"/>
              </a:defRPr>
            </a:lvl6pPr>
            <a:lvl7pPr marL="2971800" indent="-228600" eaLnBrk="0" fontAlgn="base" hangingPunct="0">
              <a:spcBef>
                <a:spcPct val="20000"/>
              </a:spcBef>
              <a:spcAft>
                <a:spcPct val="0"/>
              </a:spcAft>
              <a:buChar char="•"/>
              <a:defRPr sz="1400" b="1">
                <a:solidFill>
                  <a:schemeClr val="tx1"/>
                </a:solidFill>
                <a:latin typeface="Verdana" pitchFamily="34" charset="0"/>
              </a:defRPr>
            </a:lvl7pPr>
            <a:lvl8pPr marL="3429000" indent="-228600" eaLnBrk="0" fontAlgn="base" hangingPunct="0">
              <a:spcBef>
                <a:spcPct val="20000"/>
              </a:spcBef>
              <a:spcAft>
                <a:spcPct val="0"/>
              </a:spcAft>
              <a:buChar char="•"/>
              <a:defRPr sz="1400" b="1">
                <a:solidFill>
                  <a:schemeClr val="tx1"/>
                </a:solidFill>
                <a:latin typeface="Verdana" pitchFamily="34" charset="0"/>
              </a:defRPr>
            </a:lvl8pPr>
            <a:lvl9pPr marL="3886200" indent="-228600" eaLnBrk="0" fontAlgn="base" hangingPunct="0">
              <a:spcBef>
                <a:spcPct val="20000"/>
              </a:spcBef>
              <a:spcAft>
                <a:spcPct val="0"/>
              </a:spcAft>
              <a:buChar char="•"/>
              <a:defRPr sz="1400" b="1">
                <a:solidFill>
                  <a:schemeClr val="tx1"/>
                </a:solidFill>
                <a:latin typeface="Verdana" pitchFamily="34" charset="0"/>
              </a:defRPr>
            </a:lvl9pPr>
          </a:lstStyle>
          <a:p>
            <a:pPr eaLnBrk="1" hangingPunct="1">
              <a:spcBef>
                <a:spcPct val="50000"/>
              </a:spcBef>
              <a:buFontTx/>
              <a:buNone/>
              <a:defRPr/>
            </a:pPr>
            <a:fld id="{760AD859-1BFB-42F8-B381-CA8F14FA53FD}" type="slidenum">
              <a:rPr lang="en-US" sz="1200" smtClean="0"/>
              <a:pPr eaLnBrk="1" hangingPunct="1">
                <a:spcBef>
                  <a:spcPct val="50000"/>
                </a:spcBef>
                <a:buFontTx/>
                <a:buNone/>
                <a:defRPr/>
              </a:pPr>
              <a:t>‹#›</a:t>
            </a:fld>
            <a:endParaRPr lang="en-US" sz="1200"/>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5"/>
          <p:cNvSpPr>
            <a:spLocks noGrp="1" noChangeArrowheads="1"/>
          </p:cNvSpPr>
          <p:nvPr>
            <p:ph type="ftr" sz="quarter" idx="10"/>
          </p:nvPr>
        </p:nvSpPr>
        <p:spPr/>
        <p:txBody>
          <a:bodyPr/>
          <a:lstStyle>
            <a:lvl1pPr>
              <a:defRPr/>
            </a:lvl1pPr>
          </a:lstStyle>
          <a:p>
            <a:pPr>
              <a:defRPr/>
            </a:pPr>
            <a:r>
              <a:rPr lang="en-US"/>
              <a:t>Department of IT</a:t>
            </a:r>
          </a:p>
        </p:txBody>
      </p:sp>
      <p:sp>
        <p:nvSpPr>
          <p:cNvPr id="9" name="Rectangle 6"/>
          <p:cNvSpPr>
            <a:spLocks noGrp="1" noChangeArrowheads="1"/>
          </p:cNvSpPr>
          <p:nvPr>
            <p:ph type="sldNum" sz="quarter" idx="11"/>
          </p:nvPr>
        </p:nvSpPr>
        <p:spPr/>
        <p:txBody>
          <a:bodyPr/>
          <a:lstStyle>
            <a:lvl1pPr>
              <a:defRPr/>
            </a:lvl1pPr>
          </a:lstStyle>
          <a:p>
            <a:pPr>
              <a:defRPr/>
            </a:pPr>
            <a:fld id="{F924FA61-E013-4427-9078-58ED9D193FF4}" type="slidenum">
              <a:rPr lang="en-US"/>
              <a:pPr>
                <a:defRPr/>
              </a:pPr>
              <a:t>‹#›</a:t>
            </a:fld>
            <a:endParaRPr lang="en-US"/>
          </a:p>
        </p:txBody>
      </p:sp>
    </p:spTree>
    <p:extLst>
      <p:ext uri="{BB962C8B-B14F-4D97-AF65-F5344CB8AC3E}">
        <p14:creationId xmlns:p14="http://schemas.microsoft.com/office/powerpoint/2010/main" val="3756959407"/>
      </p:ext>
    </p:extLst>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ftr" sz="quarter" idx="10"/>
          </p:nvPr>
        </p:nvSpPr>
        <p:spPr/>
        <p:txBody>
          <a:bodyPr/>
          <a:lstStyle>
            <a:lvl1pPr>
              <a:defRPr/>
            </a:lvl1pPr>
          </a:lstStyle>
          <a:p>
            <a:pPr>
              <a:defRPr/>
            </a:pPr>
            <a:r>
              <a:rPr lang="en-US"/>
              <a:t>Department of IT</a:t>
            </a:r>
          </a:p>
        </p:txBody>
      </p:sp>
      <p:sp>
        <p:nvSpPr>
          <p:cNvPr id="5" name="Rectangle 6"/>
          <p:cNvSpPr>
            <a:spLocks noGrp="1" noChangeArrowheads="1"/>
          </p:cNvSpPr>
          <p:nvPr>
            <p:ph type="sldNum" sz="quarter" idx="11"/>
          </p:nvPr>
        </p:nvSpPr>
        <p:spPr/>
        <p:txBody>
          <a:bodyPr/>
          <a:lstStyle>
            <a:lvl1pPr>
              <a:defRPr/>
            </a:lvl1pPr>
          </a:lstStyle>
          <a:p>
            <a:pPr>
              <a:defRPr/>
            </a:pPr>
            <a:fld id="{98F524B1-9041-433E-862C-79702B9B2EBD}" type="slidenum">
              <a:rPr lang="en-US"/>
              <a:pPr>
                <a:defRPr/>
              </a:pPr>
              <a:t>‹#›</a:t>
            </a:fld>
            <a:endParaRPr lang="en-US"/>
          </a:p>
        </p:txBody>
      </p:sp>
    </p:spTree>
    <p:extLst>
      <p:ext uri="{BB962C8B-B14F-4D97-AF65-F5344CB8AC3E}">
        <p14:creationId xmlns:p14="http://schemas.microsoft.com/office/powerpoint/2010/main" val="2202878517"/>
      </p:ext>
    </p:extLst>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p:txBody>
          <a:bodyPr/>
          <a:lstStyle>
            <a:lvl1pPr>
              <a:defRPr/>
            </a:lvl1pPr>
          </a:lstStyle>
          <a:p>
            <a:pPr>
              <a:defRPr/>
            </a:pPr>
            <a:r>
              <a:rPr lang="en-US"/>
              <a:t>Department of IT</a:t>
            </a:r>
          </a:p>
        </p:txBody>
      </p:sp>
      <p:sp>
        <p:nvSpPr>
          <p:cNvPr id="6" name="Rectangle 6"/>
          <p:cNvSpPr>
            <a:spLocks noGrp="1" noChangeArrowheads="1"/>
          </p:cNvSpPr>
          <p:nvPr>
            <p:ph type="sldNum" sz="quarter" idx="11"/>
          </p:nvPr>
        </p:nvSpPr>
        <p:spPr/>
        <p:txBody>
          <a:bodyPr/>
          <a:lstStyle>
            <a:lvl1pPr>
              <a:defRPr/>
            </a:lvl1pPr>
          </a:lstStyle>
          <a:p>
            <a:pPr>
              <a:defRPr/>
            </a:pPr>
            <a:fld id="{BAADDA9E-9F66-453C-A417-E94F1F4BEDF3}" type="slidenum">
              <a:rPr lang="en-US"/>
              <a:pPr>
                <a:defRPr/>
              </a:pPr>
              <a:t>‹#›</a:t>
            </a:fld>
            <a:endParaRPr lang="en-US"/>
          </a:p>
        </p:txBody>
      </p:sp>
    </p:spTree>
    <p:extLst>
      <p:ext uri="{BB962C8B-B14F-4D97-AF65-F5344CB8AC3E}">
        <p14:creationId xmlns:p14="http://schemas.microsoft.com/office/powerpoint/2010/main" val="3499101157"/>
      </p:ext>
    </p:extLst>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ftr" sz="quarter" idx="10"/>
          </p:nvPr>
        </p:nvSpPr>
        <p:spPr/>
        <p:txBody>
          <a:bodyPr/>
          <a:lstStyle>
            <a:lvl1pPr>
              <a:defRPr/>
            </a:lvl1pPr>
          </a:lstStyle>
          <a:p>
            <a:pPr>
              <a:defRPr/>
            </a:pPr>
            <a:r>
              <a:rPr lang="en-US"/>
              <a:t>Department of IT</a:t>
            </a:r>
          </a:p>
        </p:txBody>
      </p:sp>
      <p:sp>
        <p:nvSpPr>
          <p:cNvPr id="8" name="Rectangle 6"/>
          <p:cNvSpPr>
            <a:spLocks noGrp="1" noChangeArrowheads="1"/>
          </p:cNvSpPr>
          <p:nvPr>
            <p:ph type="sldNum" sz="quarter" idx="11"/>
          </p:nvPr>
        </p:nvSpPr>
        <p:spPr/>
        <p:txBody>
          <a:bodyPr/>
          <a:lstStyle>
            <a:lvl1pPr>
              <a:defRPr/>
            </a:lvl1pPr>
          </a:lstStyle>
          <a:p>
            <a:pPr>
              <a:defRPr/>
            </a:pPr>
            <a:fld id="{CF828D27-45B8-46A7-9011-78BFDEF46F50}" type="slidenum">
              <a:rPr lang="en-US"/>
              <a:pPr>
                <a:defRPr/>
              </a:pPr>
              <a:t>‹#›</a:t>
            </a:fld>
            <a:endParaRPr lang="en-US"/>
          </a:p>
        </p:txBody>
      </p:sp>
    </p:spTree>
    <p:extLst>
      <p:ext uri="{BB962C8B-B14F-4D97-AF65-F5344CB8AC3E}">
        <p14:creationId xmlns:p14="http://schemas.microsoft.com/office/powerpoint/2010/main" val="965526964"/>
      </p:ext>
    </p:extLst>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ftr" sz="quarter" idx="10"/>
          </p:nvPr>
        </p:nvSpPr>
        <p:spPr/>
        <p:txBody>
          <a:bodyPr/>
          <a:lstStyle>
            <a:lvl1pPr>
              <a:defRPr/>
            </a:lvl1pPr>
          </a:lstStyle>
          <a:p>
            <a:pPr>
              <a:defRPr/>
            </a:pPr>
            <a:r>
              <a:rPr lang="en-US"/>
              <a:t>Department of IT</a:t>
            </a:r>
          </a:p>
        </p:txBody>
      </p:sp>
      <p:sp>
        <p:nvSpPr>
          <p:cNvPr id="4" name="Rectangle 6"/>
          <p:cNvSpPr>
            <a:spLocks noGrp="1" noChangeArrowheads="1"/>
          </p:cNvSpPr>
          <p:nvPr>
            <p:ph type="sldNum" sz="quarter" idx="11"/>
          </p:nvPr>
        </p:nvSpPr>
        <p:spPr/>
        <p:txBody>
          <a:bodyPr/>
          <a:lstStyle>
            <a:lvl1pPr>
              <a:defRPr/>
            </a:lvl1pPr>
          </a:lstStyle>
          <a:p>
            <a:pPr>
              <a:defRPr/>
            </a:pPr>
            <a:fld id="{64FB3879-FAF4-4FD4-8180-8EA9724E5F17}" type="slidenum">
              <a:rPr lang="en-US"/>
              <a:pPr>
                <a:defRPr/>
              </a:pPr>
              <a:t>‹#›</a:t>
            </a:fld>
            <a:endParaRPr lang="en-US"/>
          </a:p>
        </p:txBody>
      </p:sp>
    </p:spTree>
    <p:extLst>
      <p:ext uri="{BB962C8B-B14F-4D97-AF65-F5344CB8AC3E}">
        <p14:creationId xmlns:p14="http://schemas.microsoft.com/office/powerpoint/2010/main" val="128905182"/>
      </p:ext>
    </p:extLst>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pPr>
              <a:defRPr/>
            </a:pPr>
            <a:r>
              <a:rPr lang="en-US"/>
              <a:t>Department of IT</a:t>
            </a:r>
          </a:p>
        </p:txBody>
      </p:sp>
      <p:sp>
        <p:nvSpPr>
          <p:cNvPr id="3" name="Rectangle 6"/>
          <p:cNvSpPr>
            <a:spLocks noGrp="1" noChangeArrowheads="1"/>
          </p:cNvSpPr>
          <p:nvPr>
            <p:ph type="sldNum" sz="quarter" idx="11"/>
          </p:nvPr>
        </p:nvSpPr>
        <p:spPr/>
        <p:txBody>
          <a:bodyPr/>
          <a:lstStyle>
            <a:lvl1pPr>
              <a:defRPr/>
            </a:lvl1pPr>
          </a:lstStyle>
          <a:p>
            <a:pPr>
              <a:defRPr/>
            </a:pPr>
            <a:fld id="{33AFE5BF-846D-44BF-B444-C69CCBB3222A}" type="slidenum">
              <a:rPr lang="en-US"/>
              <a:pPr>
                <a:defRPr/>
              </a:pPr>
              <a:t>‹#›</a:t>
            </a:fld>
            <a:endParaRPr lang="en-US"/>
          </a:p>
        </p:txBody>
      </p:sp>
    </p:spTree>
    <p:extLst>
      <p:ext uri="{BB962C8B-B14F-4D97-AF65-F5344CB8AC3E}">
        <p14:creationId xmlns:p14="http://schemas.microsoft.com/office/powerpoint/2010/main" val="3651843860"/>
      </p:ext>
    </p:extLst>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p:txBody>
          <a:bodyPr/>
          <a:lstStyle>
            <a:lvl1pPr>
              <a:defRPr/>
            </a:lvl1pPr>
          </a:lstStyle>
          <a:p>
            <a:pPr>
              <a:defRPr/>
            </a:pPr>
            <a:r>
              <a:rPr lang="en-US"/>
              <a:t>Department of IT</a:t>
            </a:r>
          </a:p>
        </p:txBody>
      </p:sp>
      <p:sp>
        <p:nvSpPr>
          <p:cNvPr id="6" name="Rectangle 6"/>
          <p:cNvSpPr>
            <a:spLocks noGrp="1" noChangeArrowheads="1"/>
          </p:cNvSpPr>
          <p:nvPr>
            <p:ph type="sldNum" sz="quarter" idx="11"/>
          </p:nvPr>
        </p:nvSpPr>
        <p:spPr/>
        <p:txBody>
          <a:bodyPr/>
          <a:lstStyle>
            <a:lvl1pPr>
              <a:defRPr/>
            </a:lvl1pPr>
          </a:lstStyle>
          <a:p>
            <a:pPr>
              <a:defRPr/>
            </a:pPr>
            <a:fld id="{6F17EC0E-469E-49F2-AD54-3EF8D32A9E48}" type="slidenum">
              <a:rPr lang="en-US"/>
              <a:pPr>
                <a:defRPr/>
              </a:pPr>
              <a:t>‹#›</a:t>
            </a:fld>
            <a:endParaRPr lang="en-US"/>
          </a:p>
        </p:txBody>
      </p:sp>
    </p:spTree>
    <p:extLst>
      <p:ext uri="{BB962C8B-B14F-4D97-AF65-F5344CB8AC3E}">
        <p14:creationId xmlns:p14="http://schemas.microsoft.com/office/powerpoint/2010/main" val="4181497598"/>
      </p:ext>
    </p:extLst>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p:txBody>
          <a:bodyPr/>
          <a:lstStyle>
            <a:lvl1pPr>
              <a:defRPr/>
            </a:lvl1pPr>
          </a:lstStyle>
          <a:p>
            <a:pPr>
              <a:defRPr/>
            </a:pPr>
            <a:r>
              <a:rPr lang="en-US"/>
              <a:t>Department of IT</a:t>
            </a:r>
          </a:p>
        </p:txBody>
      </p:sp>
      <p:sp>
        <p:nvSpPr>
          <p:cNvPr id="6" name="Rectangle 6"/>
          <p:cNvSpPr>
            <a:spLocks noGrp="1" noChangeArrowheads="1"/>
          </p:cNvSpPr>
          <p:nvPr>
            <p:ph type="sldNum" sz="quarter" idx="11"/>
          </p:nvPr>
        </p:nvSpPr>
        <p:spPr/>
        <p:txBody>
          <a:bodyPr/>
          <a:lstStyle>
            <a:lvl1pPr>
              <a:defRPr/>
            </a:lvl1pPr>
          </a:lstStyle>
          <a:p>
            <a:pPr>
              <a:defRPr/>
            </a:pPr>
            <a:fld id="{5A78107E-C5DE-44B6-B5CF-AE045B19DCCC}" type="slidenum">
              <a:rPr lang="en-US"/>
              <a:pPr>
                <a:defRPr/>
              </a:pPr>
              <a:t>‹#›</a:t>
            </a:fld>
            <a:endParaRPr lang="en-US"/>
          </a:p>
        </p:txBody>
      </p:sp>
    </p:spTree>
    <p:extLst>
      <p:ext uri="{BB962C8B-B14F-4D97-AF65-F5344CB8AC3E}">
        <p14:creationId xmlns:p14="http://schemas.microsoft.com/office/powerpoint/2010/main" val="490817437"/>
      </p:ext>
    </p:extLst>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p:txBody>
          <a:bodyPr/>
          <a:lstStyle>
            <a:lvl1pPr>
              <a:defRPr/>
            </a:lvl1pPr>
          </a:lstStyle>
          <a:p>
            <a:pPr>
              <a:defRPr/>
            </a:pPr>
            <a:r>
              <a:rPr lang="en-US"/>
              <a:t>Department of IT</a:t>
            </a:r>
          </a:p>
        </p:txBody>
      </p:sp>
      <p:sp>
        <p:nvSpPr>
          <p:cNvPr id="5" name="Rectangle 6"/>
          <p:cNvSpPr>
            <a:spLocks noGrp="1" noChangeArrowheads="1"/>
          </p:cNvSpPr>
          <p:nvPr>
            <p:ph type="sldNum" sz="quarter" idx="11"/>
          </p:nvPr>
        </p:nvSpPr>
        <p:spPr/>
        <p:txBody>
          <a:bodyPr/>
          <a:lstStyle>
            <a:lvl1pPr>
              <a:defRPr/>
            </a:lvl1pPr>
          </a:lstStyle>
          <a:p>
            <a:pPr>
              <a:defRPr/>
            </a:pPr>
            <a:fld id="{83689F20-3EED-47E1-8B13-90D848489A60}" type="slidenum">
              <a:rPr lang="en-US"/>
              <a:pPr>
                <a:defRPr/>
              </a:pPr>
              <a:t>‹#›</a:t>
            </a:fld>
            <a:endParaRPr lang="en-US"/>
          </a:p>
        </p:txBody>
      </p:sp>
    </p:spTree>
    <p:extLst>
      <p:ext uri="{BB962C8B-B14F-4D97-AF65-F5344CB8AC3E}">
        <p14:creationId xmlns:p14="http://schemas.microsoft.com/office/powerpoint/2010/main" val="1982423057"/>
      </p:ext>
    </p:extLst>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p:txBody>
          <a:bodyPr/>
          <a:lstStyle>
            <a:lvl1pPr>
              <a:defRPr/>
            </a:lvl1pPr>
          </a:lstStyle>
          <a:p>
            <a:pPr>
              <a:defRPr/>
            </a:pPr>
            <a:r>
              <a:rPr lang="en-US"/>
              <a:t>Department of IT</a:t>
            </a:r>
          </a:p>
        </p:txBody>
      </p:sp>
      <p:sp>
        <p:nvSpPr>
          <p:cNvPr id="5" name="Rectangle 6"/>
          <p:cNvSpPr>
            <a:spLocks noGrp="1" noChangeArrowheads="1"/>
          </p:cNvSpPr>
          <p:nvPr>
            <p:ph type="sldNum" sz="quarter" idx="11"/>
          </p:nvPr>
        </p:nvSpPr>
        <p:spPr/>
        <p:txBody>
          <a:bodyPr/>
          <a:lstStyle>
            <a:lvl1pPr>
              <a:defRPr/>
            </a:lvl1pPr>
          </a:lstStyle>
          <a:p>
            <a:pPr>
              <a:defRPr/>
            </a:pPr>
            <a:fld id="{7EE73045-619D-4810-94C9-62D4D0A78F11}" type="slidenum">
              <a:rPr lang="en-US"/>
              <a:pPr>
                <a:defRPr/>
              </a:pPr>
              <a:t>‹#›</a:t>
            </a:fld>
            <a:endParaRPr lang="en-US"/>
          </a:p>
        </p:txBody>
      </p:sp>
    </p:spTree>
    <p:extLst>
      <p:ext uri="{BB962C8B-B14F-4D97-AF65-F5344CB8AC3E}">
        <p14:creationId xmlns:p14="http://schemas.microsoft.com/office/powerpoint/2010/main" val="1399273161"/>
      </p:ext>
    </p:extLst>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able Placeholder 2"/>
          <p:cNvSpPr>
            <a:spLocks noGrp="1"/>
          </p:cNvSpPr>
          <p:nvPr>
            <p:ph type="tbl" idx="1"/>
          </p:nvPr>
        </p:nvSpPr>
        <p:spPr>
          <a:xfrm>
            <a:off x="685800" y="1981200"/>
            <a:ext cx="7772400" cy="4114800"/>
          </a:xfrm>
        </p:spPr>
        <p:txBody>
          <a:bodyPr/>
          <a:lstStyle/>
          <a:p>
            <a:pPr lvl="0"/>
            <a:endParaRPr lang="en-US" noProof="0"/>
          </a:p>
        </p:txBody>
      </p:sp>
      <p:sp>
        <p:nvSpPr>
          <p:cNvPr id="4" name="Rectangle 5"/>
          <p:cNvSpPr>
            <a:spLocks noGrp="1" noChangeArrowheads="1"/>
          </p:cNvSpPr>
          <p:nvPr>
            <p:ph type="ftr" sz="quarter" idx="10"/>
          </p:nvPr>
        </p:nvSpPr>
        <p:spPr/>
        <p:txBody>
          <a:bodyPr/>
          <a:lstStyle>
            <a:lvl1pPr>
              <a:defRPr/>
            </a:lvl1pPr>
          </a:lstStyle>
          <a:p>
            <a:pPr>
              <a:defRPr/>
            </a:pPr>
            <a:r>
              <a:rPr lang="en-US"/>
              <a:t>Department of IT</a:t>
            </a:r>
          </a:p>
        </p:txBody>
      </p:sp>
      <p:sp>
        <p:nvSpPr>
          <p:cNvPr id="5" name="Rectangle 6"/>
          <p:cNvSpPr>
            <a:spLocks noGrp="1" noChangeArrowheads="1"/>
          </p:cNvSpPr>
          <p:nvPr>
            <p:ph type="sldNum" sz="quarter" idx="11"/>
          </p:nvPr>
        </p:nvSpPr>
        <p:spPr/>
        <p:txBody>
          <a:bodyPr/>
          <a:lstStyle>
            <a:lvl1pPr>
              <a:defRPr/>
            </a:lvl1pPr>
          </a:lstStyle>
          <a:p>
            <a:pPr>
              <a:defRPr/>
            </a:pPr>
            <a:fld id="{D52AC344-F48E-4C46-A212-950CFDB708AE}" type="slidenum">
              <a:rPr lang="en-US"/>
              <a:pPr>
                <a:defRPr/>
              </a:pPr>
              <a:t>‹#›</a:t>
            </a:fld>
            <a:endParaRPr lang="en-US"/>
          </a:p>
        </p:txBody>
      </p:sp>
    </p:spTree>
    <p:extLst>
      <p:ext uri="{BB962C8B-B14F-4D97-AF65-F5344CB8AC3E}">
        <p14:creationId xmlns:p14="http://schemas.microsoft.com/office/powerpoint/2010/main" val="2805854194"/>
      </p:ext>
    </p:extLst>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609600"/>
            <a:ext cx="77724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5"/>
          <p:cNvSpPr>
            <a:spLocks noGrp="1" noChangeArrowheads="1"/>
          </p:cNvSpPr>
          <p:nvPr>
            <p:ph type="ftr" sz="quarter" idx="10"/>
          </p:nvPr>
        </p:nvSpPr>
        <p:spPr/>
        <p:txBody>
          <a:bodyPr/>
          <a:lstStyle>
            <a:lvl1pPr>
              <a:defRPr/>
            </a:lvl1pPr>
          </a:lstStyle>
          <a:p>
            <a:pPr>
              <a:defRPr/>
            </a:pPr>
            <a:r>
              <a:rPr lang="en-US"/>
              <a:t>Department of IT</a:t>
            </a:r>
          </a:p>
        </p:txBody>
      </p:sp>
      <p:sp>
        <p:nvSpPr>
          <p:cNvPr id="4" name="Rectangle 6"/>
          <p:cNvSpPr>
            <a:spLocks noGrp="1" noChangeArrowheads="1"/>
          </p:cNvSpPr>
          <p:nvPr>
            <p:ph type="sldNum" sz="quarter" idx="11"/>
          </p:nvPr>
        </p:nvSpPr>
        <p:spPr/>
        <p:txBody>
          <a:bodyPr/>
          <a:lstStyle>
            <a:lvl1pPr>
              <a:defRPr/>
            </a:lvl1pPr>
          </a:lstStyle>
          <a:p>
            <a:pPr>
              <a:defRPr/>
            </a:pPr>
            <a:fld id="{A6C66D60-E487-4C0B-B6B8-18F69C78F58A}" type="slidenum">
              <a:rPr lang="en-US"/>
              <a:pPr>
                <a:defRPr/>
              </a:pPr>
              <a:t>‹#›</a:t>
            </a:fld>
            <a:endParaRPr lang="en-US"/>
          </a:p>
        </p:txBody>
      </p:sp>
    </p:spTree>
    <p:extLst>
      <p:ext uri="{BB962C8B-B14F-4D97-AF65-F5344CB8AC3E}">
        <p14:creationId xmlns:p14="http://schemas.microsoft.com/office/powerpoint/2010/main" val="672646895"/>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b="0">
                <a:solidFill>
                  <a:srgbClr val="0000FF"/>
                </a:solidFill>
                <a:latin typeface="Arial" charset="0"/>
              </a:defRPr>
            </a:lvl1pPr>
          </a:lstStyle>
          <a:p>
            <a:pPr>
              <a:defRPr/>
            </a:pPr>
            <a:r>
              <a:rPr lang="en-US"/>
              <a:t>Department of IT</a:t>
            </a:r>
          </a:p>
        </p:txBody>
      </p:sp>
      <p:sp>
        <p:nvSpPr>
          <p:cNvPr id="1030" name="Rectangle 6"/>
          <p:cNvSpPr>
            <a:spLocks noGrp="1" noChangeArrowheads="1"/>
          </p:cNvSpPr>
          <p:nvPr>
            <p:ph type="sldNum" sz="quarter" idx="4"/>
          </p:nvPr>
        </p:nvSpPr>
        <p:spPr bwMode="auto">
          <a:xfrm>
            <a:off x="6718300" y="63500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FontTx/>
              <a:buNone/>
              <a:defRPr b="0">
                <a:latin typeface="Arial" charset="0"/>
              </a:defRPr>
            </a:lvl1pPr>
          </a:lstStyle>
          <a:p>
            <a:pPr>
              <a:defRPr/>
            </a:pPr>
            <a:fld id="{534EA3F6-5B4D-437B-BAE2-C55C929DD914}" type="slidenum">
              <a:rPr lang="en-US"/>
              <a:pPr>
                <a:defRPr/>
              </a:pPr>
              <a:t>‹#›</a:t>
            </a:fld>
            <a:endParaRPr lang="en-US"/>
          </a:p>
        </p:txBody>
      </p:sp>
      <p:sp>
        <p:nvSpPr>
          <p:cNvPr id="2" name="Line 7"/>
          <p:cNvSpPr>
            <a:spLocks noChangeShapeType="1"/>
          </p:cNvSpPr>
          <p:nvPr userDrawn="1"/>
        </p:nvSpPr>
        <p:spPr bwMode="auto">
          <a:xfrm>
            <a:off x="685800" y="990600"/>
            <a:ext cx="84582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spAutoFit/>
          </a:bodyPr>
          <a:lstStyle/>
          <a:p>
            <a:endParaRPr lang="en-US"/>
          </a:p>
        </p:txBody>
      </p:sp>
      <p:sp>
        <p:nvSpPr>
          <p:cNvPr id="1031" name="Text Box 9"/>
          <p:cNvSpPr txBox="1">
            <a:spLocks noChangeArrowheads="1"/>
          </p:cNvSpPr>
          <p:nvPr userDrawn="1"/>
        </p:nvSpPr>
        <p:spPr bwMode="auto">
          <a:xfrm>
            <a:off x="914400" y="6248400"/>
            <a:ext cx="1981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eaLnBrk="0" hangingPunct="0">
              <a:defRPr sz="1400" b="1">
                <a:solidFill>
                  <a:schemeClr val="tx1"/>
                </a:solidFill>
                <a:latin typeface="Verdana" pitchFamily="34" charset="0"/>
              </a:defRPr>
            </a:lvl1pPr>
            <a:lvl2pPr marL="742950" indent="-285750" eaLnBrk="0" hangingPunct="0">
              <a:defRPr sz="1400" b="1">
                <a:solidFill>
                  <a:schemeClr val="tx1"/>
                </a:solidFill>
                <a:latin typeface="Verdana" pitchFamily="34" charset="0"/>
              </a:defRPr>
            </a:lvl2pPr>
            <a:lvl3pPr marL="1143000" indent="-228600" eaLnBrk="0" hangingPunct="0">
              <a:defRPr sz="1400" b="1">
                <a:solidFill>
                  <a:schemeClr val="tx1"/>
                </a:solidFill>
                <a:latin typeface="Verdana" pitchFamily="34" charset="0"/>
              </a:defRPr>
            </a:lvl3pPr>
            <a:lvl4pPr marL="1600200" indent="-228600" eaLnBrk="0" hangingPunct="0">
              <a:defRPr sz="1400" b="1">
                <a:solidFill>
                  <a:schemeClr val="tx1"/>
                </a:solidFill>
                <a:latin typeface="Verdana" pitchFamily="34" charset="0"/>
              </a:defRPr>
            </a:lvl4pPr>
            <a:lvl5pPr marL="2057400" indent="-228600" eaLnBrk="0" hangingPunct="0">
              <a:defRPr sz="1400" b="1">
                <a:solidFill>
                  <a:schemeClr val="tx1"/>
                </a:solidFill>
                <a:latin typeface="Verdana" pitchFamily="34" charset="0"/>
              </a:defRPr>
            </a:lvl5pPr>
            <a:lvl6pPr marL="2514600" indent="-228600" eaLnBrk="0" fontAlgn="base" hangingPunct="0">
              <a:spcBef>
                <a:spcPct val="20000"/>
              </a:spcBef>
              <a:spcAft>
                <a:spcPct val="0"/>
              </a:spcAft>
              <a:buChar char="•"/>
              <a:defRPr sz="1400" b="1">
                <a:solidFill>
                  <a:schemeClr val="tx1"/>
                </a:solidFill>
                <a:latin typeface="Verdana" pitchFamily="34" charset="0"/>
              </a:defRPr>
            </a:lvl6pPr>
            <a:lvl7pPr marL="2971800" indent="-228600" eaLnBrk="0" fontAlgn="base" hangingPunct="0">
              <a:spcBef>
                <a:spcPct val="20000"/>
              </a:spcBef>
              <a:spcAft>
                <a:spcPct val="0"/>
              </a:spcAft>
              <a:buChar char="•"/>
              <a:defRPr sz="1400" b="1">
                <a:solidFill>
                  <a:schemeClr val="tx1"/>
                </a:solidFill>
                <a:latin typeface="Verdana" pitchFamily="34" charset="0"/>
              </a:defRPr>
            </a:lvl7pPr>
            <a:lvl8pPr marL="3429000" indent="-228600" eaLnBrk="0" fontAlgn="base" hangingPunct="0">
              <a:spcBef>
                <a:spcPct val="20000"/>
              </a:spcBef>
              <a:spcAft>
                <a:spcPct val="0"/>
              </a:spcAft>
              <a:buChar char="•"/>
              <a:defRPr sz="1400" b="1">
                <a:solidFill>
                  <a:schemeClr val="tx1"/>
                </a:solidFill>
                <a:latin typeface="Verdana" pitchFamily="34" charset="0"/>
              </a:defRPr>
            </a:lvl8pPr>
            <a:lvl9pPr marL="3886200" indent="-228600" eaLnBrk="0" fontAlgn="base" hangingPunct="0">
              <a:spcBef>
                <a:spcPct val="20000"/>
              </a:spcBef>
              <a:spcAft>
                <a:spcPct val="0"/>
              </a:spcAft>
              <a:buChar char="•"/>
              <a:defRPr sz="1400" b="1">
                <a:solidFill>
                  <a:schemeClr val="tx1"/>
                </a:solidFill>
                <a:latin typeface="Verdana" pitchFamily="34" charset="0"/>
              </a:defRPr>
            </a:lvl9pPr>
          </a:lstStyle>
          <a:p>
            <a:pPr eaLnBrk="1" hangingPunct="1">
              <a:spcBef>
                <a:spcPct val="50000"/>
              </a:spcBef>
              <a:defRPr/>
            </a:pPr>
            <a:endParaRPr lang="en-US" sz="1200"/>
          </a:p>
        </p:txBody>
      </p:sp>
      <p:sp>
        <p:nvSpPr>
          <p:cNvPr id="1032" name="Text Box 10"/>
          <p:cNvSpPr txBox="1">
            <a:spLocks noChangeArrowheads="1"/>
          </p:cNvSpPr>
          <p:nvPr userDrawn="1"/>
        </p:nvSpPr>
        <p:spPr bwMode="auto">
          <a:xfrm>
            <a:off x="457200" y="6324600"/>
            <a:ext cx="2895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eaLnBrk="0" hangingPunct="0">
              <a:defRPr sz="1400" b="1">
                <a:solidFill>
                  <a:schemeClr val="tx1"/>
                </a:solidFill>
                <a:latin typeface="Verdana" pitchFamily="34" charset="0"/>
              </a:defRPr>
            </a:lvl1pPr>
            <a:lvl2pPr marL="742950" indent="-285750" eaLnBrk="0" hangingPunct="0">
              <a:defRPr sz="1400" b="1">
                <a:solidFill>
                  <a:schemeClr val="tx1"/>
                </a:solidFill>
                <a:latin typeface="Verdana" pitchFamily="34" charset="0"/>
              </a:defRPr>
            </a:lvl2pPr>
            <a:lvl3pPr marL="1143000" indent="-228600" eaLnBrk="0" hangingPunct="0">
              <a:defRPr sz="1400" b="1">
                <a:solidFill>
                  <a:schemeClr val="tx1"/>
                </a:solidFill>
                <a:latin typeface="Verdana" pitchFamily="34" charset="0"/>
              </a:defRPr>
            </a:lvl3pPr>
            <a:lvl4pPr marL="1600200" indent="-228600" eaLnBrk="0" hangingPunct="0">
              <a:defRPr sz="1400" b="1">
                <a:solidFill>
                  <a:schemeClr val="tx1"/>
                </a:solidFill>
                <a:latin typeface="Verdana" pitchFamily="34" charset="0"/>
              </a:defRPr>
            </a:lvl4pPr>
            <a:lvl5pPr marL="2057400" indent="-228600" eaLnBrk="0" hangingPunct="0">
              <a:defRPr sz="1400" b="1">
                <a:solidFill>
                  <a:schemeClr val="tx1"/>
                </a:solidFill>
                <a:latin typeface="Verdana" pitchFamily="34" charset="0"/>
              </a:defRPr>
            </a:lvl5pPr>
            <a:lvl6pPr marL="2514600" indent="-228600" eaLnBrk="0" fontAlgn="base" hangingPunct="0">
              <a:spcBef>
                <a:spcPct val="20000"/>
              </a:spcBef>
              <a:spcAft>
                <a:spcPct val="0"/>
              </a:spcAft>
              <a:buChar char="•"/>
              <a:defRPr sz="1400" b="1">
                <a:solidFill>
                  <a:schemeClr val="tx1"/>
                </a:solidFill>
                <a:latin typeface="Verdana" pitchFamily="34" charset="0"/>
              </a:defRPr>
            </a:lvl6pPr>
            <a:lvl7pPr marL="2971800" indent="-228600" eaLnBrk="0" fontAlgn="base" hangingPunct="0">
              <a:spcBef>
                <a:spcPct val="20000"/>
              </a:spcBef>
              <a:spcAft>
                <a:spcPct val="0"/>
              </a:spcAft>
              <a:buChar char="•"/>
              <a:defRPr sz="1400" b="1">
                <a:solidFill>
                  <a:schemeClr val="tx1"/>
                </a:solidFill>
                <a:latin typeface="Verdana" pitchFamily="34" charset="0"/>
              </a:defRPr>
            </a:lvl7pPr>
            <a:lvl8pPr marL="3429000" indent="-228600" eaLnBrk="0" fontAlgn="base" hangingPunct="0">
              <a:spcBef>
                <a:spcPct val="20000"/>
              </a:spcBef>
              <a:spcAft>
                <a:spcPct val="0"/>
              </a:spcAft>
              <a:buChar char="•"/>
              <a:defRPr sz="1400" b="1">
                <a:solidFill>
                  <a:schemeClr val="tx1"/>
                </a:solidFill>
                <a:latin typeface="Verdana" pitchFamily="34" charset="0"/>
              </a:defRPr>
            </a:lvl8pPr>
            <a:lvl9pPr marL="3886200" indent="-228600" eaLnBrk="0" fontAlgn="base" hangingPunct="0">
              <a:spcBef>
                <a:spcPct val="20000"/>
              </a:spcBef>
              <a:spcAft>
                <a:spcPct val="0"/>
              </a:spcAft>
              <a:buChar char="•"/>
              <a:defRPr sz="1400" b="1">
                <a:solidFill>
                  <a:schemeClr val="tx1"/>
                </a:solidFill>
                <a:latin typeface="Verdana" pitchFamily="34" charset="0"/>
              </a:defRPr>
            </a:lvl9pPr>
          </a:lstStyle>
          <a:p>
            <a:pPr eaLnBrk="1" hangingPunct="1">
              <a:spcBef>
                <a:spcPct val="50000"/>
              </a:spcBef>
              <a:buFontTx/>
              <a:buNone/>
              <a:defRPr/>
            </a:pPr>
            <a:fld id="{CAD73376-0366-48D5-B344-11740E511834}" type="datetime3">
              <a:rPr lang="en-US" sz="1200" smtClean="0">
                <a:solidFill>
                  <a:srgbClr val="0000FF"/>
                </a:solidFill>
              </a:rPr>
              <a:pPr eaLnBrk="1" hangingPunct="1">
                <a:spcBef>
                  <a:spcPct val="50000"/>
                </a:spcBef>
                <a:buFontTx/>
                <a:buNone/>
                <a:defRPr/>
              </a:pPr>
              <a:t>26 November 2024</a:t>
            </a:fld>
            <a:endParaRPr lang="en-US" sz="1200">
              <a:solidFill>
                <a:srgbClr val="0000FF"/>
              </a:solidFill>
            </a:endParaRPr>
          </a:p>
        </p:txBody>
      </p:sp>
      <p:sp>
        <p:nvSpPr>
          <p:cNvPr id="1033" name="Text Box 11"/>
          <p:cNvSpPr txBox="1">
            <a:spLocks noChangeArrowheads="1"/>
          </p:cNvSpPr>
          <p:nvPr userDrawn="1"/>
        </p:nvSpPr>
        <p:spPr bwMode="auto">
          <a:xfrm>
            <a:off x="8318500" y="6446838"/>
            <a:ext cx="60960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eaLnBrk="0" hangingPunct="0">
              <a:defRPr sz="1400" b="1">
                <a:solidFill>
                  <a:schemeClr val="tx1"/>
                </a:solidFill>
                <a:latin typeface="Verdana" pitchFamily="34" charset="0"/>
              </a:defRPr>
            </a:lvl1pPr>
            <a:lvl2pPr marL="742950" indent="-285750" eaLnBrk="0" hangingPunct="0">
              <a:defRPr sz="1400" b="1">
                <a:solidFill>
                  <a:schemeClr val="tx1"/>
                </a:solidFill>
                <a:latin typeface="Verdana" pitchFamily="34" charset="0"/>
              </a:defRPr>
            </a:lvl2pPr>
            <a:lvl3pPr marL="1143000" indent="-228600" eaLnBrk="0" hangingPunct="0">
              <a:defRPr sz="1400" b="1">
                <a:solidFill>
                  <a:schemeClr val="tx1"/>
                </a:solidFill>
                <a:latin typeface="Verdana" pitchFamily="34" charset="0"/>
              </a:defRPr>
            </a:lvl3pPr>
            <a:lvl4pPr marL="1600200" indent="-228600" eaLnBrk="0" hangingPunct="0">
              <a:defRPr sz="1400" b="1">
                <a:solidFill>
                  <a:schemeClr val="tx1"/>
                </a:solidFill>
                <a:latin typeface="Verdana" pitchFamily="34" charset="0"/>
              </a:defRPr>
            </a:lvl4pPr>
            <a:lvl5pPr marL="2057400" indent="-228600" eaLnBrk="0" hangingPunct="0">
              <a:defRPr sz="1400" b="1">
                <a:solidFill>
                  <a:schemeClr val="tx1"/>
                </a:solidFill>
                <a:latin typeface="Verdana" pitchFamily="34" charset="0"/>
              </a:defRPr>
            </a:lvl5pPr>
            <a:lvl6pPr marL="2514600" indent="-228600" eaLnBrk="0" fontAlgn="base" hangingPunct="0">
              <a:spcBef>
                <a:spcPct val="20000"/>
              </a:spcBef>
              <a:spcAft>
                <a:spcPct val="0"/>
              </a:spcAft>
              <a:buChar char="•"/>
              <a:defRPr sz="1400" b="1">
                <a:solidFill>
                  <a:schemeClr val="tx1"/>
                </a:solidFill>
                <a:latin typeface="Verdana" pitchFamily="34" charset="0"/>
              </a:defRPr>
            </a:lvl6pPr>
            <a:lvl7pPr marL="2971800" indent="-228600" eaLnBrk="0" fontAlgn="base" hangingPunct="0">
              <a:spcBef>
                <a:spcPct val="20000"/>
              </a:spcBef>
              <a:spcAft>
                <a:spcPct val="0"/>
              </a:spcAft>
              <a:buChar char="•"/>
              <a:defRPr sz="1400" b="1">
                <a:solidFill>
                  <a:schemeClr val="tx1"/>
                </a:solidFill>
                <a:latin typeface="Verdana" pitchFamily="34" charset="0"/>
              </a:defRPr>
            </a:lvl7pPr>
            <a:lvl8pPr marL="3429000" indent="-228600" eaLnBrk="0" fontAlgn="base" hangingPunct="0">
              <a:spcBef>
                <a:spcPct val="20000"/>
              </a:spcBef>
              <a:spcAft>
                <a:spcPct val="0"/>
              </a:spcAft>
              <a:buChar char="•"/>
              <a:defRPr sz="1400" b="1">
                <a:solidFill>
                  <a:schemeClr val="tx1"/>
                </a:solidFill>
                <a:latin typeface="Verdana" pitchFamily="34" charset="0"/>
              </a:defRPr>
            </a:lvl8pPr>
            <a:lvl9pPr marL="3886200" indent="-228600" eaLnBrk="0" fontAlgn="base" hangingPunct="0">
              <a:spcBef>
                <a:spcPct val="20000"/>
              </a:spcBef>
              <a:spcAft>
                <a:spcPct val="0"/>
              </a:spcAft>
              <a:buChar char="•"/>
              <a:defRPr sz="1400" b="1">
                <a:solidFill>
                  <a:schemeClr val="tx1"/>
                </a:solidFill>
                <a:latin typeface="Verdana" pitchFamily="34" charset="0"/>
              </a:defRPr>
            </a:lvl9pPr>
          </a:lstStyle>
          <a:p>
            <a:pPr eaLnBrk="1" hangingPunct="1">
              <a:spcBef>
                <a:spcPct val="50000"/>
              </a:spcBef>
              <a:buFontTx/>
              <a:buNone/>
              <a:defRPr/>
            </a:pPr>
            <a:fld id="{6F16C7D5-50FE-4172-8565-B9623F336E70}" type="slidenum">
              <a:rPr lang="en-US" sz="1200" smtClean="0"/>
              <a:pPr eaLnBrk="1" hangingPunct="1">
                <a:spcBef>
                  <a:spcPct val="50000"/>
                </a:spcBef>
                <a:buFontTx/>
                <a:buNone/>
                <a:defRPr/>
              </a:pPr>
              <a:t>‹#›</a:t>
            </a:fld>
            <a:endParaRPr lang="en-US" sz="1200"/>
          </a:p>
        </p:txBody>
      </p:sp>
    </p:spTree>
  </p:cSld>
  <p:clrMap bg1="lt1" tx1="dk1" bg2="lt2" tx2="dk2" accent1="accent1" accent2="accent2" accent3="accent3" accent4="accent4" accent5="accent5" accent6="accent6" hlink="hlink" folHlink="folHlink"/>
  <p:sldLayoutIdLst>
    <p:sldLayoutId id="2147484403" r:id="rId1"/>
    <p:sldLayoutId id="2147484404" r:id="rId2"/>
    <p:sldLayoutId id="2147484405" r:id="rId3"/>
    <p:sldLayoutId id="2147484406" r:id="rId4"/>
    <p:sldLayoutId id="2147484407" r:id="rId5"/>
    <p:sldLayoutId id="2147484408" r:id="rId6"/>
    <p:sldLayoutId id="2147484409" r:id="rId7"/>
    <p:sldLayoutId id="2147484410" r:id="rId8"/>
    <p:sldLayoutId id="2147484411" r:id="rId9"/>
    <p:sldLayoutId id="2147484412" r:id="rId10"/>
    <p:sldLayoutId id="2147484413" r:id="rId11"/>
    <p:sldLayoutId id="2147484414" r:id="rId12"/>
    <p:sldLayoutId id="2147484415" r:id="rId13"/>
  </p:sldLayoutIdLst>
  <p:transition>
    <p:zoom/>
  </p:transition>
  <p:hf sldNum="0" hdr="0" dt="0"/>
  <p:txStyles>
    <p:titleStyle>
      <a:lvl1pPr algn="ctr" rtl="0" eaLnBrk="0" fontAlgn="base" hangingPunct="0">
        <a:spcBef>
          <a:spcPct val="0"/>
        </a:spcBef>
        <a:spcAft>
          <a:spcPct val="0"/>
        </a:spcAft>
        <a:defRPr sz="4400">
          <a:solidFill>
            <a:schemeClr val="tx2"/>
          </a:solidFill>
          <a:latin typeface="Arial" charset="0"/>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Arial" charset="0"/>
          <a:ea typeface="+mn-ea"/>
          <a:cs typeface="+mn-cs"/>
        </a:defRPr>
      </a:lvl1pPr>
      <a:lvl2pPr marL="742950" indent="-285750" algn="l" rtl="0" eaLnBrk="0" fontAlgn="base" hangingPunct="0">
        <a:spcBef>
          <a:spcPct val="20000"/>
        </a:spcBef>
        <a:spcAft>
          <a:spcPct val="0"/>
        </a:spcAft>
        <a:buChar char="–"/>
        <a:defRPr sz="2800">
          <a:solidFill>
            <a:schemeClr val="tx1"/>
          </a:solidFill>
          <a:latin typeface="Arial" charset="0"/>
        </a:defRPr>
      </a:lvl2pPr>
      <a:lvl3pPr marL="1143000" indent="-228600" algn="l" rtl="0" eaLnBrk="0" fontAlgn="base" hangingPunct="0">
        <a:spcBef>
          <a:spcPct val="20000"/>
        </a:spcBef>
        <a:spcAft>
          <a:spcPct val="0"/>
        </a:spcAft>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Mini%20project%20code.docx" TargetMode="External"/><Relationship Id="rId2" Type="http://schemas.openxmlformats.org/officeDocument/2006/relationships/hyperlink" Target="code2.pdf"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Verdana" pitchFamily="34" charset="0"/>
              </a:defRPr>
            </a:lvl1pPr>
            <a:lvl2pPr marL="742950" indent="-285750" eaLnBrk="0" hangingPunct="0">
              <a:defRPr sz="1400" b="1">
                <a:solidFill>
                  <a:schemeClr val="tx1"/>
                </a:solidFill>
                <a:latin typeface="Verdana" pitchFamily="34" charset="0"/>
              </a:defRPr>
            </a:lvl2pPr>
            <a:lvl3pPr marL="1143000" indent="-228600" eaLnBrk="0" hangingPunct="0">
              <a:defRPr sz="1400" b="1">
                <a:solidFill>
                  <a:schemeClr val="tx1"/>
                </a:solidFill>
                <a:latin typeface="Verdana" pitchFamily="34" charset="0"/>
              </a:defRPr>
            </a:lvl3pPr>
            <a:lvl4pPr marL="1600200" indent="-228600" eaLnBrk="0" hangingPunct="0">
              <a:defRPr sz="1400" b="1">
                <a:solidFill>
                  <a:schemeClr val="tx1"/>
                </a:solidFill>
                <a:latin typeface="Verdana" pitchFamily="34" charset="0"/>
              </a:defRPr>
            </a:lvl4pPr>
            <a:lvl5pPr marL="2057400" indent="-228600" eaLnBrk="0" hangingPunct="0">
              <a:defRPr sz="1400" b="1">
                <a:solidFill>
                  <a:schemeClr val="tx1"/>
                </a:solidFill>
                <a:latin typeface="Verdana" pitchFamily="34" charset="0"/>
              </a:defRPr>
            </a:lvl5pPr>
            <a:lvl6pPr marL="2514600" indent="-228600" eaLnBrk="0" fontAlgn="base" hangingPunct="0">
              <a:spcBef>
                <a:spcPct val="20000"/>
              </a:spcBef>
              <a:spcAft>
                <a:spcPct val="0"/>
              </a:spcAft>
              <a:buChar char="•"/>
              <a:defRPr sz="1400" b="1">
                <a:solidFill>
                  <a:schemeClr val="tx1"/>
                </a:solidFill>
                <a:latin typeface="Verdana" pitchFamily="34" charset="0"/>
              </a:defRPr>
            </a:lvl6pPr>
            <a:lvl7pPr marL="2971800" indent="-228600" eaLnBrk="0" fontAlgn="base" hangingPunct="0">
              <a:spcBef>
                <a:spcPct val="20000"/>
              </a:spcBef>
              <a:spcAft>
                <a:spcPct val="0"/>
              </a:spcAft>
              <a:buChar char="•"/>
              <a:defRPr sz="1400" b="1">
                <a:solidFill>
                  <a:schemeClr val="tx1"/>
                </a:solidFill>
                <a:latin typeface="Verdana" pitchFamily="34" charset="0"/>
              </a:defRPr>
            </a:lvl7pPr>
            <a:lvl8pPr marL="3429000" indent="-228600" eaLnBrk="0" fontAlgn="base" hangingPunct="0">
              <a:spcBef>
                <a:spcPct val="20000"/>
              </a:spcBef>
              <a:spcAft>
                <a:spcPct val="0"/>
              </a:spcAft>
              <a:buChar char="•"/>
              <a:defRPr sz="1400" b="1">
                <a:solidFill>
                  <a:schemeClr val="tx1"/>
                </a:solidFill>
                <a:latin typeface="Verdana" pitchFamily="34" charset="0"/>
              </a:defRPr>
            </a:lvl8pPr>
            <a:lvl9pPr marL="3886200" indent="-228600" eaLnBrk="0" fontAlgn="base" hangingPunct="0">
              <a:spcBef>
                <a:spcPct val="20000"/>
              </a:spcBef>
              <a:spcAft>
                <a:spcPct val="0"/>
              </a:spcAft>
              <a:buChar char="•"/>
              <a:defRPr sz="1400" b="1">
                <a:solidFill>
                  <a:schemeClr val="tx1"/>
                </a:solidFill>
                <a:latin typeface="Verdana" pitchFamily="34" charset="0"/>
              </a:defRPr>
            </a:lvl9pPr>
          </a:lstStyle>
          <a:p>
            <a:pPr eaLnBrk="1" hangingPunct="1"/>
            <a:r>
              <a:rPr lang="en-US" altLang="en-US" b="0">
                <a:solidFill>
                  <a:srgbClr val="0000FF"/>
                </a:solidFill>
                <a:latin typeface="Arial" charset="0"/>
              </a:rPr>
              <a:t>Department of IT</a:t>
            </a:r>
          </a:p>
        </p:txBody>
      </p:sp>
      <p:sp>
        <p:nvSpPr>
          <p:cNvPr id="15363" name="Rectangle 2"/>
          <p:cNvSpPr>
            <a:spLocks noGrp="1" noChangeArrowheads="1"/>
          </p:cNvSpPr>
          <p:nvPr>
            <p:ph type="title"/>
          </p:nvPr>
        </p:nvSpPr>
        <p:spPr>
          <a:xfrm>
            <a:off x="914400" y="533400"/>
            <a:ext cx="7620000" cy="1143000"/>
          </a:xfrm>
        </p:spPr>
        <p:txBody>
          <a:bodyPr/>
          <a:lstStyle/>
          <a:p>
            <a:r>
              <a:rPr lang="en-US" altLang="en-US" sz="4000" b="1" dirty="0">
                <a:solidFill>
                  <a:srgbClr val="FF0000"/>
                </a:solidFill>
                <a:latin typeface="Arial" panose="020B0604020202020204" pitchFamily="34" charset="0"/>
              </a:rPr>
              <a:t>CUCKOO HASHING</a:t>
            </a:r>
          </a:p>
        </p:txBody>
      </p:sp>
      <p:sp>
        <p:nvSpPr>
          <p:cNvPr id="17412" name="Rectangle 3"/>
          <p:cNvSpPr>
            <a:spLocks noGrp="1" noChangeArrowheads="1"/>
          </p:cNvSpPr>
          <p:nvPr>
            <p:ph type="body" idx="1"/>
          </p:nvPr>
        </p:nvSpPr>
        <p:spPr>
          <a:xfrm>
            <a:off x="838200" y="2286000"/>
            <a:ext cx="7772400" cy="4114800"/>
          </a:xfrm>
        </p:spPr>
        <p:txBody>
          <a:bodyPr/>
          <a:lstStyle/>
          <a:p>
            <a:pPr algn="just" eaLnBrk="1" hangingPunct="1">
              <a:lnSpc>
                <a:spcPct val="90000"/>
              </a:lnSpc>
              <a:buFontTx/>
              <a:buNone/>
              <a:defRPr/>
            </a:pPr>
            <a:r>
              <a:rPr lang="en-US" altLang="en-US" sz="2800" b="1" dirty="0"/>
              <a:t>	</a:t>
            </a:r>
            <a:r>
              <a:rPr lang="en-US" altLang="en-US" sz="2200" b="1" dirty="0">
                <a:solidFill>
                  <a:srgbClr val="FF0000"/>
                </a:solidFill>
                <a:latin typeface="+mn-lt"/>
              </a:rPr>
              <a:t>MEMBERS:	</a:t>
            </a:r>
          </a:p>
          <a:p>
            <a:pPr algn="just" eaLnBrk="1" hangingPunct="1">
              <a:lnSpc>
                <a:spcPct val="90000"/>
              </a:lnSpc>
              <a:buFontTx/>
              <a:buNone/>
              <a:defRPr/>
            </a:pPr>
            <a:r>
              <a:rPr lang="en-US" altLang="en-US" sz="2200" b="1" dirty="0">
                <a:solidFill>
                  <a:srgbClr val="FF0000"/>
                </a:solidFill>
                <a:latin typeface="+mn-lt"/>
              </a:rPr>
              <a:t>               K. Shree Harini(23BIT089)(9517202306092)</a:t>
            </a:r>
          </a:p>
          <a:p>
            <a:pPr algn="just" eaLnBrk="1" hangingPunct="1">
              <a:lnSpc>
                <a:spcPct val="90000"/>
              </a:lnSpc>
              <a:buFontTx/>
              <a:buNone/>
              <a:defRPr/>
            </a:pPr>
            <a:r>
              <a:rPr lang="en-US" altLang="en-US" sz="2200" b="1" dirty="0">
                <a:solidFill>
                  <a:srgbClr val="FF0000"/>
                </a:solidFill>
                <a:latin typeface="+mn-lt"/>
              </a:rPr>
              <a:t>             	  S. </a:t>
            </a:r>
            <a:r>
              <a:rPr lang="en-US" altLang="en-US" sz="2200" b="1" dirty="0" err="1">
                <a:solidFill>
                  <a:srgbClr val="FF0000"/>
                </a:solidFill>
                <a:latin typeface="+mn-lt"/>
              </a:rPr>
              <a:t>Sowmiya</a:t>
            </a:r>
            <a:r>
              <a:rPr lang="en-US" altLang="en-US" sz="2200" b="1" dirty="0">
                <a:solidFill>
                  <a:srgbClr val="FF0000"/>
                </a:solidFill>
                <a:latin typeface="+mn-lt"/>
              </a:rPr>
              <a:t> Shivani(23BIT091)(9517202306096)</a:t>
            </a:r>
          </a:p>
          <a:p>
            <a:pPr algn="just" eaLnBrk="1" hangingPunct="1">
              <a:lnSpc>
                <a:spcPct val="90000"/>
              </a:lnSpc>
              <a:buFontTx/>
              <a:buNone/>
              <a:defRPr/>
            </a:pPr>
            <a:r>
              <a:rPr lang="en-US" altLang="en-US" sz="2200" b="1" dirty="0">
                <a:solidFill>
                  <a:srgbClr val="FF0000"/>
                </a:solidFill>
                <a:latin typeface="+mn-lt"/>
              </a:rPr>
              <a:t>	 	  </a:t>
            </a:r>
            <a:r>
              <a:rPr lang="en-US" altLang="en-US" sz="2200" b="1" dirty="0" err="1">
                <a:solidFill>
                  <a:srgbClr val="FF0000"/>
                </a:solidFill>
                <a:latin typeface="+mn-lt"/>
              </a:rPr>
              <a:t>Varsha.G.A</a:t>
            </a:r>
            <a:r>
              <a:rPr lang="en-US" altLang="en-US" sz="2200" b="1" dirty="0">
                <a:solidFill>
                  <a:srgbClr val="FF0000"/>
                </a:solidFill>
                <a:latin typeface="+mn-lt"/>
              </a:rPr>
              <a:t>(23BIT096)(9517202306111)</a:t>
            </a:r>
            <a:endParaRPr lang="en-US" altLang="en-US" sz="2200" b="1" dirty="0">
              <a:latin typeface="+mn-lt"/>
            </a:endParaRPr>
          </a:p>
          <a:p>
            <a:pPr algn="just" eaLnBrk="1" hangingPunct="1">
              <a:lnSpc>
                <a:spcPct val="90000"/>
              </a:lnSpc>
              <a:buFontTx/>
              <a:buNone/>
              <a:defRPr/>
            </a:pPr>
            <a:r>
              <a:rPr lang="en-US" altLang="en-US" sz="2200" b="1" dirty="0">
                <a:latin typeface="+mn-lt"/>
              </a:rPr>
              <a:t>		</a:t>
            </a:r>
          </a:p>
          <a:p>
            <a:pPr eaLnBrk="1" hangingPunct="1">
              <a:lnSpc>
                <a:spcPct val="90000"/>
              </a:lnSpc>
              <a:buFontTx/>
              <a:buNone/>
              <a:defRPr/>
            </a:pPr>
            <a:endParaRPr lang="en-US" altLang="en-US" sz="2800" b="1" dirty="0"/>
          </a:p>
          <a:p>
            <a:pPr algn="ctr" eaLnBrk="1" hangingPunct="1">
              <a:lnSpc>
                <a:spcPct val="90000"/>
              </a:lnSpc>
              <a:buFontTx/>
              <a:buNone/>
              <a:defRPr/>
            </a:pPr>
            <a:r>
              <a:rPr lang="en-US" altLang="en-US" sz="2400" b="1" dirty="0"/>
              <a:t>Department of Information Technology</a:t>
            </a:r>
          </a:p>
          <a:p>
            <a:pPr algn="ctr" eaLnBrk="1" hangingPunct="1">
              <a:lnSpc>
                <a:spcPct val="90000"/>
              </a:lnSpc>
              <a:buFontTx/>
              <a:buNone/>
              <a:defRPr/>
            </a:pPr>
            <a:r>
              <a:rPr lang="en-US" altLang="en-US" sz="2400" b="1" dirty="0"/>
              <a:t>Mepco Schlenk Engineering College</a:t>
            </a:r>
            <a:br>
              <a:rPr lang="en-US" altLang="en-US" sz="2800" b="1" dirty="0"/>
            </a:br>
            <a:br>
              <a:rPr lang="en-US" altLang="en-US" sz="2800" b="1" dirty="0"/>
            </a:br>
            <a:endParaRPr lang="en-US" altLang="en-US" sz="2800" b="1" dirty="0"/>
          </a:p>
        </p:txBody>
      </p:sp>
    </p:spTree>
  </p:cSld>
  <p:clrMapOvr>
    <a:masterClrMapping/>
  </p:clrMapOvr>
  <p:transition>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sz="3600" dirty="0">
                <a:latin typeface="+mj-lt"/>
              </a:rPr>
              <a:t> AIM</a:t>
            </a:r>
          </a:p>
        </p:txBody>
      </p:sp>
      <p:sp>
        <p:nvSpPr>
          <p:cNvPr id="3" name="Content Placeholder 2"/>
          <p:cNvSpPr>
            <a:spLocks noGrp="1"/>
          </p:cNvSpPr>
          <p:nvPr>
            <p:ph idx="1"/>
          </p:nvPr>
        </p:nvSpPr>
        <p:spPr>
          <a:xfrm>
            <a:off x="1066800" y="1981200"/>
            <a:ext cx="7696200" cy="4114800"/>
          </a:xfrm>
        </p:spPr>
        <p:txBody>
          <a:bodyPr/>
          <a:lstStyle/>
          <a:p>
            <a:pPr marL="914400" lvl="2" indent="0">
              <a:buNone/>
            </a:pPr>
            <a:endParaRPr lang="en-US" sz="1600" dirty="0">
              <a:solidFill>
                <a:srgbClr val="000000"/>
              </a:solidFill>
              <a:latin typeface="Times New Roman"/>
            </a:endParaRPr>
          </a:p>
          <a:p>
            <a:pPr marL="342900" indent="-342900">
              <a:buFont typeface="Arial" panose="020B0604020202020204" pitchFamily="34" charset="0"/>
              <a:buChar char="•"/>
            </a:pPr>
            <a:r>
              <a:rPr lang="en-IN" sz="2400" dirty="0">
                <a:solidFill>
                  <a:schemeClr val="tx1"/>
                </a:solidFill>
              </a:rPr>
              <a:t>To implement vanilla cuckoo hashing which includes 2-independent hash functions to create a hash table with minimum number of collisions.</a:t>
            </a:r>
          </a:p>
          <a:p>
            <a:pPr marL="342900" indent="-342900">
              <a:buFont typeface="Arial" panose="020B0604020202020204" pitchFamily="34" charset="0"/>
              <a:buChar char="•"/>
            </a:pPr>
            <a:r>
              <a:rPr lang="en-IN" sz="2400" dirty="0">
                <a:solidFill>
                  <a:schemeClr val="tx1"/>
                </a:solidFill>
              </a:rPr>
              <a:t>To implement count sketches, to check if the random variables E[x] and E[y] are pairwise correlated or not</a:t>
            </a:r>
          </a:p>
          <a:p>
            <a:pPr marL="0" lvl="0" indent="0">
              <a:buNone/>
            </a:pPr>
            <a:endParaRPr lang="en-US" sz="2400" dirty="0">
              <a:solidFill>
                <a:srgbClr val="000000"/>
              </a:solidFill>
              <a:latin typeface="Times New Roman"/>
            </a:endParaRPr>
          </a:p>
          <a:p>
            <a:pPr lvl="0"/>
            <a:endParaRPr lang="en-US" sz="2400" dirty="0">
              <a:solidFill>
                <a:srgbClr val="000000"/>
              </a:solidFill>
              <a:latin typeface="Times New Roman"/>
            </a:endParaRPr>
          </a:p>
          <a:p>
            <a:pPr>
              <a:defRPr/>
            </a:pPr>
            <a:endParaRPr lang="en-US" sz="2600" dirty="0">
              <a:latin typeface="+mn-lt"/>
            </a:endParaRPr>
          </a:p>
          <a:p>
            <a:pPr>
              <a:defRPr/>
            </a:pPr>
            <a:endParaRPr lang="en-US" sz="2600" dirty="0">
              <a:latin typeface="+mn-lt"/>
            </a:endParaRPr>
          </a:p>
          <a:p>
            <a:pPr>
              <a:defRPr/>
            </a:pPr>
            <a:endParaRPr lang="en-US" sz="2600" dirty="0">
              <a:latin typeface="+mn-lt"/>
            </a:endParaRPr>
          </a:p>
        </p:txBody>
      </p:sp>
      <p:sp>
        <p:nvSpPr>
          <p:cNvPr id="2662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Verdana" pitchFamily="34" charset="0"/>
              </a:defRPr>
            </a:lvl1pPr>
            <a:lvl2pPr marL="742950" indent="-285750" eaLnBrk="0" hangingPunct="0">
              <a:defRPr sz="1400" b="1">
                <a:solidFill>
                  <a:schemeClr val="tx1"/>
                </a:solidFill>
                <a:latin typeface="Verdana" pitchFamily="34" charset="0"/>
              </a:defRPr>
            </a:lvl2pPr>
            <a:lvl3pPr marL="1143000" indent="-228600" eaLnBrk="0" hangingPunct="0">
              <a:defRPr sz="1400" b="1">
                <a:solidFill>
                  <a:schemeClr val="tx1"/>
                </a:solidFill>
                <a:latin typeface="Verdana" pitchFamily="34" charset="0"/>
              </a:defRPr>
            </a:lvl3pPr>
            <a:lvl4pPr marL="1600200" indent="-228600" eaLnBrk="0" hangingPunct="0">
              <a:defRPr sz="1400" b="1">
                <a:solidFill>
                  <a:schemeClr val="tx1"/>
                </a:solidFill>
                <a:latin typeface="Verdana" pitchFamily="34" charset="0"/>
              </a:defRPr>
            </a:lvl4pPr>
            <a:lvl5pPr marL="2057400" indent="-228600" eaLnBrk="0" hangingPunct="0">
              <a:defRPr sz="1400" b="1">
                <a:solidFill>
                  <a:schemeClr val="tx1"/>
                </a:solidFill>
                <a:latin typeface="Verdana" pitchFamily="34" charset="0"/>
              </a:defRPr>
            </a:lvl5pPr>
            <a:lvl6pPr marL="2514600" indent="-228600" eaLnBrk="0" fontAlgn="base" hangingPunct="0">
              <a:spcBef>
                <a:spcPct val="20000"/>
              </a:spcBef>
              <a:spcAft>
                <a:spcPct val="0"/>
              </a:spcAft>
              <a:buChar char="•"/>
              <a:defRPr sz="1400" b="1">
                <a:solidFill>
                  <a:schemeClr val="tx1"/>
                </a:solidFill>
                <a:latin typeface="Verdana" pitchFamily="34" charset="0"/>
              </a:defRPr>
            </a:lvl6pPr>
            <a:lvl7pPr marL="2971800" indent="-228600" eaLnBrk="0" fontAlgn="base" hangingPunct="0">
              <a:spcBef>
                <a:spcPct val="20000"/>
              </a:spcBef>
              <a:spcAft>
                <a:spcPct val="0"/>
              </a:spcAft>
              <a:buChar char="•"/>
              <a:defRPr sz="1400" b="1">
                <a:solidFill>
                  <a:schemeClr val="tx1"/>
                </a:solidFill>
                <a:latin typeface="Verdana" pitchFamily="34" charset="0"/>
              </a:defRPr>
            </a:lvl7pPr>
            <a:lvl8pPr marL="3429000" indent="-228600" eaLnBrk="0" fontAlgn="base" hangingPunct="0">
              <a:spcBef>
                <a:spcPct val="20000"/>
              </a:spcBef>
              <a:spcAft>
                <a:spcPct val="0"/>
              </a:spcAft>
              <a:buChar char="•"/>
              <a:defRPr sz="1400" b="1">
                <a:solidFill>
                  <a:schemeClr val="tx1"/>
                </a:solidFill>
                <a:latin typeface="Verdana" pitchFamily="34" charset="0"/>
              </a:defRPr>
            </a:lvl8pPr>
            <a:lvl9pPr marL="3886200" indent="-228600" eaLnBrk="0" fontAlgn="base" hangingPunct="0">
              <a:spcBef>
                <a:spcPct val="20000"/>
              </a:spcBef>
              <a:spcAft>
                <a:spcPct val="0"/>
              </a:spcAft>
              <a:buChar char="•"/>
              <a:defRPr sz="1400" b="1">
                <a:solidFill>
                  <a:schemeClr val="tx1"/>
                </a:solidFill>
                <a:latin typeface="Verdana" pitchFamily="34" charset="0"/>
              </a:defRPr>
            </a:lvl9pPr>
          </a:lstStyle>
          <a:p>
            <a:pPr eaLnBrk="1" hangingPunct="1"/>
            <a:r>
              <a:rPr lang="en-US" b="0">
                <a:solidFill>
                  <a:srgbClr val="0000FF"/>
                </a:solidFill>
                <a:latin typeface="Arial" charset="0"/>
              </a:rPr>
              <a:t>Department of IT</a:t>
            </a:r>
          </a:p>
        </p:txBody>
      </p:sp>
    </p:spTree>
    <p:extLst>
      <p:ext uri="{BB962C8B-B14F-4D97-AF65-F5344CB8AC3E}">
        <p14:creationId xmlns:p14="http://schemas.microsoft.com/office/powerpoint/2010/main" val="65804019"/>
      </p:ext>
    </p:extLst>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894"/>
            <a:ext cx="7772400" cy="1143000"/>
          </a:xfrm>
        </p:spPr>
        <p:txBody>
          <a:bodyPr/>
          <a:lstStyle/>
          <a:p>
            <a:pPr>
              <a:defRPr/>
            </a:pPr>
            <a:r>
              <a:rPr lang="en-US" sz="3600" b="1" dirty="0">
                <a:latin typeface="+mj-lt"/>
              </a:rPr>
              <a:t>INTRODUCTION</a:t>
            </a:r>
          </a:p>
        </p:txBody>
      </p:sp>
      <p:sp>
        <p:nvSpPr>
          <p:cNvPr id="3" name="Content Placeholder 2"/>
          <p:cNvSpPr>
            <a:spLocks noGrp="1"/>
          </p:cNvSpPr>
          <p:nvPr>
            <p:ph idx="1"/>
          </p:nvPr>
        </p:nvSpPr>
        <p:spPr>
          <a:xfrm>
            <a:off x="887506" y="838200"/>
            <a:ext cx="8256494" cy="5715000"/>
          </a:xfrm>
        </p:spPr>
        <p:txBody>
          <a:bodyPr/>
          <a:lstStyle/>
          <a:p>
            <a:endParaRPr lang="en-US" sz="2400" dirty="0"/>
          </a:p>
          <a:p>
            <a:r>
              <a:rPr lang="en-US" sz="2400" dirty="0"/>
              <a:t>Hashing is a technique used in data structures to efficiently store and retrieve data.</a:t>
            </a:r>
          </a:p>
          <a:p>
            <a:r>
              <a:rPr lang="en-US" sz="2400" dirty="0"/>
              <a:t>It involves transforming a given key (such as a number, string, or any other type of data) into an index in an array (called a hash table) using a hash function.</a:t>
            </a:r>
          </a:p>
          <a:p>
            <a:pPr marL="0" indent="0">
              <a:buNone/>
            </a:pPr>
            <a:endParaRPr lang="en-US" sz="2400" dirty="0"/>
          </a:p>
          <a:p>
            <a:pPr marL="0" indent="0">
              <a:buNone/>
            </a:pPr>
            <a:r>
              <a:rPr lang="en-US" sz="2800" b="1" dirty="0">
                <a:latin typeface="+mn-lt"/>
                <a:cs typeface="Arial" pitchFamily="34" charset="0"/>
              </a:rPr>
              <a:t>CUCKOO HASHING</a:t>
            </a:r>
            <a:r>
              <a:rPr lang="en-US" sz="2800" dirty="0">
                <a:latin typeface="+mn-lt"/>
                <a:cs typeface="Arial" pitchFamily="34" charset="0"/>
              </a:rPr>
              <a:t>:</a:t>
            </a:r>
          </a:p>
          <a:p>
            <a:pPr marL="0" indent="0">
              <a:buNone/>
            </a:pPr>
            <a:r>
              <a:rPr lang="en-US" sz="2400" dirty="0"/>
              <a:t>Cuckoo hashing moves or "kicks out" the existing element to make room for the new element, much like a cuckoo bird laying its egg in another bird's nest.</a:t>
            </a:r>
          </a:p>
          <a:p>
            <a:pPr marL="0" indent="0">
              <a:buNone/>
            </a:pPr>
            <a:endParaRPr lang="en-US" sz="2400" dirty="0"/>
          </a:p>
          <a:p>
            <a:pPr>
              <a:defRPr/>
            </a:pPr>
            <a:endParaRPr lang="en-US" sz="2600" dirty="0">
              <a:latin typeface="+mn-lt"/>
            </a:endParaRPr>
          </a:p>
        </p:txBody>
      </p:sp>
      <p:sp>
        <p:nvSpPr>
          <p:cNvPr id="2662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Verdana" pitchFamily="34" charset="0"/>
              </a:defRPr>
            </a:lvl1pPr>
            <a:lvl2pPr marL="742950" indent="-285750" eaLnBrk="0" hangingPunct="0">
              <a:defRPr sz="1400" b="1">
                <a:solidFill>
                  <a:schemeClr val="tx1"/>
                </a:solidFill>
                <a:latin typeface="Verdana" pitchFamily="34" charset="0"/>
              </a:defRPr>
            </a:lvl2pPr>
            <a:lvl3pPr marL="1143000" indent="-228600" eaLnBrk="0" hangingPunct="0">
              <a:defRPr sz="1400" b="1">
                <a:solidFill>
                  <a:schemeClr val="tx1"/>
                </a:solidFill>
                <a:latin typeface="Verdana" pitchFamily="34" charset="0"/>
              </a:defRPr>
            </a:lvl3pPr>
            <a:lvl4pPr marL="1600200" indent="-228600" eaLnBrk="0" hangingPunct="0">
              <a:defRPr sz="1400" b="1">
                <a:solidFill>
                  <a:schemeClr val="tx1"/>
                </a:solidFill>
                <a:latin typeface="Verdana" pitchFamily="34" charset="0"/>
              </a:defRPr>
            </a:lvl4pPr>
            <a:lvl5pPr marL="2057400" indent="-228600" eaLnBrk="0" hangingPunct="0">
              <a:defRPr sz="1400" b="1">
                <a:solidFill>
                  <a:schemeClr val="tx1"/>
                </a:solidFill>
                <a:latin typeface="Verdana" pitchFamily="34" charset="0"/>
              </a:defRPr>
            </a:lvl5pPr>
            <a:lvl6pPr marL="2514600" indent="-228600" eaLnBrk="0" fontAlgn="base" hangingPunct="0">
              <a:spcBef>
                <a:spcPct val="20000"/>
              </a:spcBef>
              <a:spcAft>
                <a:spcPct val="0"/>
              </a:spcAft>
              <a:buChar char="•"/>
              <a:defRPr sz="1400" b="1">
                <a:solidFill>
                  <a:schemeClr val="tx1"/>
                </a:solidFill>
                <a:latin typeface="Verdana" pitchFamily="34" charset="0"/>
              </a:defRPr>
            </a:lvl6pPr>
            <a:lvl7pPr marL="2971800" indent="-228600" eaLnBrk="0" fontAlgn="base" hangingPunct="0">
              <a:spcBef>
                <a:spcPct val="20000"/>
              </a:spcBef>
              <a:spcAft>
                <a:spcPct val="0"/>
              </a:spcAft>
              <a:buChar char="•"/>
              <a:defRPr sz="1400" b="1">
                <a:solidFill>
                  <a:schemeClr val="tx1"/>
                </a:solidFill>
                <a:latin typeface="Verdana" pitchFamily="34" charset="0"/>
              </a:defRPr>
            </a:lvl7pPr>
            <a:lvl8pPr marL="3429000" indent="-228600" eaLnBrk="0" fontAlgn="base" hangingPunct="0">
              <a:spcBef>
                <a:spcPct val="20000"/>
              </a:spcBef>
              <a:spcAft>
                <a:spcPct val="0"/>
              </a:spcAft>
              <a:buChar char="•"/>
              <a:defRPr sz="1400" b="1">
                <a:solidFill>
                  <a:schemeClr val="tx1"/>
                </a:solidFill>
                <a:latin typeface="Verdana" pitchFamily="34" charset="0"/>
              </a:defRPr>
            </a:lvl8pPr>
            <a:lvl9pPr marL="3886200" indent="-228600" eaLnBrk="0" fontAlgn="base" hangingPunct="0">
              <a:spcBef>
                <a:spcPct val="20000"/>
              </a:spcBef>
              <a:spcAft>
                <a:spcPct val="0"/>
              </a:spcAft>
              <a:buChar char="•"/>
              <a:defRPr sz="1400" b="1">
                <a:solidFill>
                  <a:schemeClr val="tx1"/>
                </a:solidFill>
                <a:latin typeface="Verdana" pitchFamily="34" charset="0"/>
              </a:defRPr>
            </a:lvl9pPr>
          </a:lstStyle>
          <a:p>
            <a:pPr eaLnBrk="1" hangingPunct="1"/>
            <a:r>
              <a:rPr lang="en-US" b="0">
                <a:solidFill>
                  <a:srgbClr val="0000FF"/>
                </a:solidFill>
                <a:latin typeface="Arial" charset="0"/>
              </a:rPr>
              <a:t>Department of IT</a:t>
            </a:r>
          </a:p>
        </p:txBody>
      </p:sp>
    </p:spTree>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70B6EA4-2B51-4121-5C55-3978D0D0260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0600" y="2007510"/>
            <a:ext cx="7848600" cy="3551191"/>
          </a:xfrm>
        </p:spPr>
      </p:pic>
      <p:sp>
        <p:nvSpPr>
          <p:cNvPr id="4" name="Footer Placeholder 3"/>
          <p:cNvSpPr>
            <a:spLocks noGrp="1"/>
          </p:cNvSpPr>
          <p:nvPr>
            <p:ph type="ftr" sz="quarter" idx="10"/>
          </p:nvPr>
        </p:nvSpPr>
        <p:spPr/>
        <p:txBody>
          <a:bodyPr/>
          <a:lstStyle/>
          <a:p>
            <a:pPr>
              <a:defRPr/>
            </a:pPr>
            <a:r>
              <a:rPr lang="en-US"/>
              <a:t>Department of IT</a:t>
            </a:r>
          </a:p>
        </p:txBody>
      </p:sp>
      <p:sp>
        <p:nvSpPr>
          <p:cNvPr id="6" name="Title 1"/>
          <p:cNvSpPr>
            <a:spLocks noGrp="1"/>
          </p:cNvSpPr>
          <p:nvPr>
            <p:ph type="title"/>
          </p:nvPr>
        </p:nvSpPr>
        <p:spPr>
          <a:xfrm>
            <a:off x="1143000" y="609600"/>
            <a:ext cx="7315200" cy="762000"/>
          </a:xfrm>
        </p:spPr>
        <p:txBody>
          <a:bodyPr/>
          <a:lstStyle/>
          <a:p>
            <a:pPr algn="l">
              <a:defRPr/>
            </a:pPr>
            <a:r>
              <a:rPr lang="en-US" sz="3600" b="1" dirty="0">
                <a:latin typeface="+mj-lt"/>
              </a:rPr>
              <a:t>PICTORIAL REPRESENTATION</a:t>
            </a:r>
          </a:p>
        </p:txBody>
      </p:sp>
    </p:spTree>
    <p:extLst>
      <p:ext uri="{BB962C8B-B14F-4D97-AF65-F5344CB8AC3E}">
        <p14:creationId xmlns:p14="http://schemas.microsoft.com/office/powerpoint/2010/main" val="3736061422"/>
      </p:ext>
    </p:extLst>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609600" y="436485"/>
            <a:ext cx="7315200" cy="609600"/>
          </a:xfrm>
        </p:spPr>
        <p:txBody>
          <a:bodyPr/>
          <a:lstStyle/>
          <a:p>
            <a:pPr>
              <a:defRPr/>
            </a:pPr>
            <a:r>
              <a:rPr lang="en-US" sz="3600" b="1" dirty="0">
                <a:latin typeface="+mj-lt"/>
              </a:rPr>
              <a:t>PICTORIAL REPRESENTATION</a:t>
            </a:r>
          </a:p>
        </p:txBody>
      </p:sp>
      <p:sp>
        <p:nvSpPr>
          <p:cNvPr id="30723"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Verdana" pitchFamily="34" charset="0"/>
              </a:defRPr>
            </a:lvl1pPr>
            <a:lvl2pPr marL="742950" indent="-285750" eaLnBrk="0" hangingPunct="0">
              <a:defRPr sz="1400" b="1">
                <a:solidFill>
                  <a:schemeClr val="tx1"/>
                </a:solidFill>
                <a:latin typeface="Verdana" pitchFamily="34" charset="0"/>
              </a:defRPr>
            </a:lvl2pPr>
            <a:lvl3pPr marL="1143000" indent="-228600" eaLnBrk="0" hangingPunct="0">
              <a:defRPr sz="1400" b="1">
                <a:solidFill>
                  <a:schemeClr val="tx1"/>
                </a:solidFill>
                <a:latin typeface="Verdana" pitchFamily="34" charset="0"/>
              </a:defRPr>
            </a:lvl3pPr>
            <a:lvl4pPr marL="1600200" indent="-228600" eaLnBrk="0" hangingPunct="0">
              <a:defRPr sz="1400" b="1">
                <a:solidFill>
                  <a:schemeClr val="tx1"/>
                </a:solidFill>
                <a:latin typeface="Verdana" pitchFamily="34" charset="0"/>
              </a:defRPr>
            </a:lvl4pPr>
            <a:lvl5pPr marL="2057400" indent="-228600" eaLnBrk="0" hangingPunct="0">
              <a:defRPr sz="1400" b="1">
                <a:solidFill>
                  <a:schemeClr val="tx1"/>
                </a:solidFill>
                <a:latin typeface="Verdana" pitchFamily="34" charset="0"/>
              </a:defRPr>
            </a:lvl5pPr>
            <a:lvl6pPr marL="2514600" indent="-228600" eaLnBrk="0" fontAlgn="base" hangingPunct="0">
              <a:spcBef>
                <a:spcPct val="20000"/>
              </a:spcBef>
              <a:spcAft>
                <a:spcPct val="0"/>
              </a:spcAft>
              <a:buChar char="•"/>
              <a:defRPr sz="1400" b="1">
                <a:solidFill>
                  <a:schemeClr val="tx1"/>
                </a:solidFill>
                <a:latin typeface="Verdana" pitchFamily="34" charset="0"/>
              </a:defRPr>
            </a:lvl6pPr>
            <a:lvl7pPr marL="2971800" indent="-228600" eaLnBrk="0" fontAlgn="base" hangingPunct="0">
              <a:spcBef>
                <a:spcPct val="20000"/>
              </a:spcBef>
              <a:spcAft>
                <a:spcPct val="0"/>
              </a:spcAft>
              <a:buChar char="•"/>
              <a:defRPr sz="1400" b="1">
                <a:solidFill>
                  <a:schemeClr val="tx1"/>
                </a:solidFill>
                <a:latin typeface="Verdana" pitchFamily="34" charset="0"/>
              </a:defRPr>
            </a:lvl7pPr>
            <a:lvl8pPr marL="3429000" indent="-228600" eaLnBrk="0" fontAlgn="base" hangingPunct="0">
              <a:spcBef>
                <a:spcPct val="20000"/>
              </a:spcBef>
              <a:spcAft>
                <a:spcPct val="0"/>
              </a:spcAft>
              <a:buChar char="•"/>
              <a:defRPr sz="1400" b="1">
                <a:solidFill>
                  <a:schemeClr val="tx1"/>
                </a:solidFill>
                <a:latin typeface="Verdana" pitchFamily="34" charset="0"/>
              </a:defRPr>
            </a:lvl8pPr>
            <a:lvl9pPr marL="3886200" indent="-228600" eaLnBrk="0" fontAlgn="base" hangingPunct="0">
              <a:spcBef>
                <a:spcPct val="20000"/>
              </a:spcBef>
              <a:spcAft>
                <a:spcPct val="0"/>
              </a:spcAft>
              <a:buChar char="•"/>
              <a:defRPr sz="1400" b="1">
                <a:solidFill>
                  <a:schemeClr val="tx1"/>
                </a:solidFill>
                <a:latin typeface="Verdana" pitchFamily="34" charset="0"/>
              </a:defRPr>
            </a:lvl9pPr>
          </a:lstStyle>
          <a:p>
            <a:pPr eaLnBrk="1" hangingPunct="1"/>
            <a:r>
              <a:rPr lang="en-US" b="0">
                <a:solidFill>
                  <a:srgbClr val="0000FF"/>
                </a:solidFill>
                <a:latin typeface="Arial" charset="0"/>
              </a:rPr>
              <a:t>Department of IT</a:t>
            </a:r>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1043608" y="1600200"/>
            <a:ext cx="7811144" cy="4176464"/>
          </a:xfrm>
        </p:spPr>
      </p:pic>
    </p:spTree>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1043608" y="404664"/>
            <a:ext cx="7315200" cy="609600"/>
          </a:xfrm>
        </p:spPr>
        <p:txBody>
          <a:bodyPr/>
          <a:lstStyle/>
          <a:p>
            <a:pPr>
              <a:defRPr/>
            </a:pPr>
            <a:r>
              <a:rPr lang="en-US" sz="3600" b="1" dirty="0">
                <a:latin typeface="+mj-lt"/>
              </a:rPr>
              <a:t>PICTORIAL REPRESENTATION</a:t>
            </a:r>
          </a:p>
        </p:txBody>
      </p:sp>
      <p:sp>
        <p:nvSpPr>
          <p:cNvPr id="30723"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Verdana" pitchFamily="34" charset="0"/>
              </a:defRPr>
            </a:lvl1pPr>
            <a:lvl2pPr marL="742950" indent="-285750" eaLnBrk="0" hangingPunct="0">
              <a:defRPr sz="1400" b="1">
                <a:solidFill>
                  <a:schemeClr val="tx1"/>
                </a:solidFill>
                <a:latin typeface="Verdana" pitchFamily="34" charset="0"/>
              </a:defRPr>
            </a:lvl2pPr>
            <a:lvl3pPr marL="1143000" indent="-228600" eaLnBrk="0" hangingPunct="0">
              <a:defRPr sz="1400" b="1">
                <a:solidFill>
                  <a:schemeClr val="tx1"/>
                </a:solidFill>
                <a:latin typeface="Verdana" pitchFamily="34" charset="0"/>
              </a:defRPr>
            </a:lvl3pPr>
            <a:lvl4pPr marL="1600200" indent="-228600" eaLnBrk="0" hangingPunct="0">
              <a:defRPr sz="1400" b="1">
                <a:solidFill>
                  <a:schemeClr val="tx1"/>
                </a:solidFill>
                <a:latin typeface="Verdana" pitchFamily="34" charset="0"/>
              </a:defRPr>
            </a:lvl4pPr>
            <a:lvl5pPr marL="2057400" indent="-228600" eaLnBrk="0" hangingPunct="0">
              <a:defRPr sz="1400" b="1">
                <a:solidFill>
                  <a:schemeClr val="tx1"/>
                </a:solidFill>
                <a:latin typeface="Verdana" pitchFamily="34" charset="0"/>
              </a:defRPr>
            </a:lvl5pPr>
            <a:lvl6pPr marL="2514600" indent="-228600" eaLnBrk="0" fontAlgn="base" hangingPunct="0">
              <a:spcBef>
                <a:spcPct val="20000"/>
              </a:spcBef>
              <a:spcAft>
                <a:spcPct val="0"/>
              </a:spcAft>
              <a:buChar char="•"/>
              <a:defRPr sz="1400" b="1">
                <a:solidFill>
                  <a:schemeClr val="tx1"/>
                </a:solidFill>
                <a:latin typeface="Verdana" pitchFamily="34" charset="0"/>
              </a:defRPr>
            </a:lvl6pPr>
            <a:lvl7pPr marL="2971800" indent="-228600" eaLnBrk="0" fontAlgn="base" hangingPunct="0">
              <a:spcBef>
                <a:spcPct val="20000"/>
              </a:spcBef>
              <a:spcAft>
                <a:spcPct val="0"/>
              </a:spcAft>
              <a:buChar char="•"/>
              <a:defRPr sz="1400" b="1">
                <a:solidFill>
                  <a:schemeClr val="tx1"/>
                </a:solidFill>
                <a:latin typeface="Verdana" pitchFamily="34" charset="0"/>
              </a:defRPr>
            </a:lvl7pPr>
            <a:lvl8pPr marL="3429000" indent="-228600" eaLnBrk="0" fontAlgn="base" hangingPunct="0">
              <a:spcBef>
                <a:spcPct val="20000"/>
              </a:spcBef>
              <a:spcAft>
                <a:spcPct val="0"/>
              </a:spcAft>
              <a:buChar char="•"/>
              <a:defRPr sz="1400" b="1">
                <a:solidFill>
                  <a:schemeClr val="tx1"/>
                </a:solidFill>
                <a:latin typeface="Verdana" pitchFamily="34" charset="0"/>
              </a:defRPr>
            </a:lvl8pPr>
            <a:lvl9pPr marL="3886200" indent="-228600" eaLnBrk="0" fontAlgn="base" hangingPunct="0">
              <a:spcBef>
                <a:spcPct val="20000"/>
              </a:spcBef>
              <a:spcAft>
                <a:spcPct val="0"/>
              </a:spcAft>
              <a:buChar char="•"/>
              <a:defRPr sz="1400" b="1">
                <a:solidFill>
                  <a:schemeClr val="tx1"/>
                </a:solidFill>
                <a:latin typeface="Verdana" pitchFamily="34" charset="0"/>
              </a:defRPr>
            </a:lvl9pPr>
          </a:lstStyle>
          <a:p>
            <a:pPr eaLnBrk="1" hangingPunct="1"/>
            <a:r>
              <a:rPr lang="en-US" b="0">
                <a:solidFill>
                  <a:srgbClr val="0000FF"/>
                </a:solidFill>
                <a:latin typeface="Arial" charset="0"/>
              </a:rPr>
              <a:t>Department of IT</a:t>
            </a:r>
          </a:p>
        </p:txBody>
      </p:sp>
      <p:pic>
        <p:nvPicPr>
          <p:cNvPr id="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p:blipFill>
        <p:spPr bwMode="auto">
          <a:xfrm>
            <a:off x="2286000" y="1676400"/>
            <a:ext cx="5002161" cy="4114800"/>
          </a:xfrm>
          <a:prstGeom prst="rect">
            <a:avLst/>
          </a:prstGeom>
          <a:noFill/>
        </p:spPr>
      </p:pic>
    </p:spTree>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1752600"/>
            <a:ext cx="7239000" cy="685800"/>
          </a:xfrm>
        </p:spPr>
        <p:txBody>
          <a:bodyPr/>
          <a:lstStyle/>
          <a:p>
            <a:pPr algn="l">
              <a:defRPr/>
            </a:pPr>
            <a:r>
              <a:rPr lang="en-US" sz="3600" dirty="0">
                <a:latin typeface="+mj-lt"/>
              </a:rPr>
              <a:t> </a:t>
            </a:r>
          </a:p>
        </p:txBody>
      </p:sp>
      <p:sp>
        <p:nvSpPr>
          <p:cNvPr id="3" name="Content Placeholder 2"/>
          <p:cNvSpPr>
            <a:spLocks noGrp="1"/>
          </p:cNvSpPr>
          <p:nvPr>
            <p:ph idx="1"/>
          </p:nvPr>
        </p:nvSpPr>
        <p:spPr>
          <a:xfrm>
            <a:off x="762000" y="-76200"/>
            <a:ext cx="7924800" cy="2057400"/>
          </a:xfrm>
        </p:spPr>
        <p:txBody>
          <a:bodyPr/>
          <a:lstStyle/>
          <a:p>
            <a:pPr marL="0" indent="0">
              <a:buNone/>
            </a:pPr>
            <a:r>
              <a:rPr lang="en-US" sz="2400" dirty="0"/>
              <a:t>.</a:t>
            </a:r>
            <a:endParaRPr lang="en-US" sz="3600" dirty="0"/>
          </a:p>
          <a:p>
            <a:pPr marL="0" indent="0">
              <a:buNone/>
            </a:pPr>
            <a:r>
              <a:rPr lang="en-US" sz="3600" b="1" dirty="0"/>
              <a:t>   Pairwise uncorrelation:</a:t>
            </a:r>
          </a:p>
          <a:p>
            <a:r>
              <a:rPr lang="en-US" sz="2800" dirty="0">
                <a:latin typeface="+mn-lt"/>
                <a:cs typeface="Arial" pitchFamily="34" charset="0"/>
              </a:rPr>
              <a:t>It is a statistical property between two random variables, indicating they have no linear relationship with one another.</a:t>
            </a:r>
          </a:p>
          <a:p>
            <a:endParaRPr lang="en-US" sz="2800" dirty="0">
              <a:latin typeface="+mn-lt"/>
              <a:cs typeface="Arial" pitchFamily="34" charset="0"/>
            </a:endParaRPr>
          </a:p>
          <a:p>
            <a:r>
              <a:rPr lang="en-US" sz="2800" dirty="0">
                <a:latin typeface="+mn-lt"/>
                <a:cs typeface="Arial" pitchFamily="34" charset="0"/>
              </a:rPr>
              <a:t>In other words, if two variables x and y are pairwise uncorrelated, the expectation of their product would be E[XY]=E[X]*E[Y].</a:t>
            </a:r>
          </a:p>
          <a:p>
            <a:endParaRPr lang="en-US" sz="2800" dirty="0">
              <a:latin typeface="+mn-lt"/>
              <a:cs typeface="Arial" pitchFamily="34" charset="0"/>
            </a:endParaRPr>
          </a:p>
          <a:p>
            <a:r>
              <a:rPr lang="en-US" sz="2800" dirty="0">
                <a:latin typeface="+mn-lt"/>
                <a:cs typeface="Arial" pitchFamily="34" charset="0"/>
              </a:rPr>
              <a:t>This means that knowing the value of one variable doesn’t provide any information about the value of the other.</a:t>
            </a:r>
          </a:p>
          <a:p>
            <a:pPr marL="0" indent="0">
              <a:buNone/>
            </a:pPr>
            <a:endParaRPr lang="en-US" sz="2800" dirty="0">
              <a:latin typeface="+mn-lt"/>
              <a:cs typeface="Arial" pitchFamily="34" charset="0"/>
            </a:endParaRPr>
          </a:p>
          <a:p>
            <a:pPr marL="0" indent="0">
              <a:buNone/>
            </a:pPr>
            <a:endParaRPr lang="en-US" sz="2600" dirty="0">
              <a:latin typeface="+mn-lt"/>
              <a:cs typeface="Arial" pitchFamily="34" charset="0"/>
            </a:endParaRPr>
          </a:p>
          <a:p>
            <a:endParaRPr lang="en-US" sz="2600" dirty="0">
              <a:latin typeface="+mn-lt"/>
              <a:cs typeface="Arial" pitchFamily="34" charset="0"/>
            </a:endParaRPr>
          </a:p>
          <a:p>
            <a:endParaRPr lang="en-US" sz="2600" dirty="0">
              <a:latin typeface="+mn-lt"/>
              <a:cs typeface="Arial" pitchFamily="34" charset="0"/>
            </a:endParaRPr>
          </a:p>
        </p:txBody>
      </p:sp>
      <p:sp>
        <p:nvSpPr>
          <p:cNvPr id="2765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Verdana" pitchFamily="34" charset="0"/>
              </a:defRPr>
            </a:lvl1pPr>
            <a:lvl2pPr marL="742950" indent="-285750" eaLnBrk="0" hangingPunct="0">
              <a:defRPr sz="1400" b="1">
                <a:solidFill>
                  <a:schemeClr val="tx1"/>
                </a:solidFill>
                <a:latin typeface="Verdana" pitchFamily="34" charset="0"/>
              </a:defRPr>
            </a:lvl2pPr>
            <a:lvl3pPr marL="1143000" indent="-228600" eaLnBrk="0" hangingPunct="0">
              <a:defRPr sz="1400" b="1">
                <a:solidFill>
                  <a:schemeClr val="tx1"/>
                </a:solidFill>
                <a:latin typeface="Verdana" pitchFamily="34" charset="0"/>
              </a:defRPr>
            </a:lvl3pPr>
            <a:lvl4pPr marL="1600200" indent="-228600" eaLnBrk="0" hangingPunct="0">
              <a:defRPr sz="1400" b="1">
                <a:solidFill>
                  <a:schemeClr val="tx1"/>
                </a:solidFill>
                <a:latin typeface="Verdana" pitchFamily="34" charset="0"/>
              </a:defRPr>
            </a:lvl4pPr>
            <a:lvl5pPr marL="2057400" indent="-228600" eaLnBrk="0" hangingPunct="0">
              <a:defRPr sz="1400" b="1">
                <a:solidFill>
                  <a:schemeClr val="tx1"/>
                </a:solidFill>
                <a:latin typeface="Verdana" pitchFamily="34" charset="0"/>
              </a:defRPr>
            </a:lvl5pPr>
            <a:lvl6pPr marL="2514600" indent="-228600" eaLnBrk="0" fontAlgn="base" hangingPunct="0">
              <a:spcBef>
                <a:spcPct val="20000"/>
              </a:spcBef>
              <a:spcAft>
                <a:spcPct val="0"/>
              </a:spcAft>
              <a:buChar char="•"/>
              <a:defRPr sz="1400" b="1">
                <a:solidFill>
                  <a:schemeClr val="tx1"/>
                </a:solidFill>
                <a:latin typeface="Verdana" pitchFamily="34" charset="0"/>
              </a:defRPr>
            </a:lvl6pPr>
            <a:lvl7pPr marL="2971800" indent="-228600" eaLnBrk="0" fontAlgn="base" hangingPunct="0">
              <a:spcBef>
                <a:spcPct val="20000"/>
              </a:spcBef>
              <a:spcAft>
                <a:spcPct val="0"/>
              </a:spcAft>
              <a:buChar char="•"/>
              <a:defRPr sz="1400" b="1">
                <a:solidFill>
                  <a:schemeClr val="tx1"/>
                </a:solidFill>
                <a:latin typeface="Verdana" pitchFamily="34" charset="0"/>
              </a:defRPr>
            </a:lvl7pPr>
            <a:lvl8pPr marL="3429000" indent="-228600" eaLnBrk="0" fontAlgn="base" hangingPunct="0">
              <a:spcBef>
                <a:spcPct val="20000"/>
              </a:spcBef>
              <a:spcAft>
                <a:spcPct val="0"/>
              </a:spcAft>
              <a:buChar char="•"/>
              <a:defRPr sz="1400" b="1">
                <a:solidFill>
                  <a:schemeClr val="tx1"/>
                </a:solidFill>
                <a:latin typeface="Verdana" pitchFamily="34" charset="0"/>
              </a:defRPr>
            </a:lvl8pPr>
            <a:lvl9pPr marL="3886200" indent="-228600" eaLnBrk="0" fontAlgn="base" hangingPunct="0">
              <a:spcBef>
                <a:spcPct val="20000"/>
              </a:spcBef>
              <a:spcAft>
                <a:spcPct val="0"/>
              </a:spcAft>
              <a:buChar char="•"/>
              <a:defRPr sz="1400" b="1">
                <a:solidFill>
                  <a:schemeClr val="tx1"/>
                </a:solidFill>
                <a:latin typeface="Verdana" pitchFamily="34" charset="0"/>
              </a:defRPr>
            </a:lvl9pPr>
          </a:lstStyle>
          <a:p>
            <a:pPr eaLnBrk="1" hangingPunct="1"/>
            <a:r>
              <a:rPr lang="en-US" b="0">
                <a:solidFill>
                  <a:srgbClr val="0000FF"/>
                </a:solidFill>
                <a:latin typeface="Arial" charset="0"/>
              </a:rPr>
              <a:t>Department of IT</a:t>
            </a:r>
          </a:p>
        </p:txBody>
      </p:sp>
    </p:spTree>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762000" y="304800"/>
            <a:ext cx="7772400" cy="685800"/>
          </a:xfrm>
        </p:spPr>
        <p:txBody>
          <a:bodyPr/>
          <a:lstStyle/>
          <a:p>
            <a:pPr>
              <a:defRPr/>
            </a:pPr>
            <a:r>
              <a:rPr lang="en-US" sz="3600" b="1" dirty="0">
                <a:latin typeface="+mj-lt"/>
              </a:rPr>
              <a:t>Problem Statement</a:t>
            </a:r>
          </a:p>
        </p:txBody>
      </p:sp>
      <p:sp>
        <p:nvSpPr>
          <p:cNvPr id="16387" name="Content Placeholder 2"/>
          <p:cNvSpPr>
            <a:spLocks noGrp="1"/>
          </p:cNvSpPr>
          <p:nvPr>
            <p:ph idx="1"/>
          </p:nvPr>
        </p:nvSpPr>
        <p:spPr>
          <a:xfrm>
            <a:off x="990600" y="1143000"/>
            <a:ext cx="8077200" cy="3276600"/>
          </a:xfrm>
        </p:spPr>
        <p:txBody>
          <a:bodyPr/>
          <a:lstStyle/>
          <a:p>
            <a:pPr marL="0" indent="0">
              <a:buNone/>
              <a:defRPr/>
            </a:pPr>
            <a:r>
              <a:rPr lang="en-US" sz="2600" dirty="0">
                <a:latin typeface="+mn-lt"/>
              </a:rPr>
              <a:t>The problem discusses cuckoo hashing, which is a way to store keys in a hash table. It highlights two challenges: </a:t>
            </a:r>
          </a:p>
          <a:p>
            <a:pPr>
              <a:defRPr/>
            </a:pPr>
            <a:r>
              <a:rPr lang="en-US" sz="2600" dirty="0">
                <a:latin typeface="+mn-lt"/>
              </a:rPr>
              <a:t>1. Finding two hash functions, h1 and h2, that always give different positions for the same key.</a:t>
            </a:r>
          </a:p>
          <a:p>
            <a:pPr>
              <a:defRPr/>
            </a:pPr>
            <a:r>
              <a:rPr lang="en-US" sz="2600" dirty="0">
                <a:latin typeface="+mn-lt"/>
              </a:rPr>
              <a:t>2. Moving a key to its new position correctly when it gets displaced should only require checking one of the hash functions.</a:t>
            </a:r>
          </a:p>
          <a:p>
            <a:pPr marL="0" indent="0">
              <a:buNone/>
              <a:defRPr/>
            </a:pPr>
            <a:r>
              <a:rPr lang="en-US" sz="2600" dirty="0">
                <a:latin typeface="+mn-lt"/>
              </a:rPr>
              <a:t>The question also asks to prove that this method allows keys to be moved correctly between the two positions and that the chosen family of hash functions operates independently, ensuring even distribution of keys.</a:t>
            </a:r>
          </a:p>
          <a:p>
            <a:pPr>
              <a:defRPr/>
            </a:pPr>
            <a:endParaRPr lang="en-US" sz="2600" dirty="0">
              <a:latin typeface="+mn-lt"/>
            </a:endParaRPr>
          </a:p>
          <a:p>
            <a:pPr marL="0" indent="0">
              <a:buNone/>
              <a:defRPr/>
            </a:pPr>
            <a:endParaRPr lang="en-US" sz="2200" dirty="0">
              <a:latin typeface="+mn-lt"/>
            </a:endParaRPr>
          </a:p>
        </p:txBody>
      </p:sp>
      <p:sp>
        <p:nvSpPr>
          <p:cNvPr id="1638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Verdana" pitchFamily="34" charset="0"/>
              </a:defRPr>
            </a:lvl1pPr>
            <a:lvl2pPr marL="742950" indent="-285750" eaLnBrk="0" hangingPunct="0">
              <a:defRPr sz="1400" b="1">
                <a:solidFill>
                  <a:schemeClr val="tx1"/>
                </a:solidFill>
                <a:latin typeface="Verdana" pitchFamily="34" charset="0"/>
              </a:defRPr>
            </a:lvl2pPr>
            <a:lvl3pPr marL="1143000" indent="-228600" eaLnBrk="0" hangingPunct="0">
              <a:defRPr sz="1400" b="1">
                <a:solidFill>
                  <a:schemeClr val="tx1"/>
                </a:solidFill>
                <a:latin typeface="Verdana" pitchFamily="34" charset="0"/>
              </a:defRPr>
            </a:lvl3pPr>
            <a:lvl4pPr marL="1600200" indent="-228600" eaLnBrk="0" hangingPunct="0">
              <a:defRPr sz="1400" b="1">
                <a:solidFill>
                  <a:schemeClr val="tx1"/>
                </a:solidFill>
                <a:latin typeface="Verdana" pitchFamily="34" charset="0"/>
              </a:defRPr>
            </a:lvl4pPr>
            <a:lvl5pPr marL="2057400" indent="-228600" eaLnBrk="0" hangingPunct="0">
              <a:defRPr sz="1400" b="1">
                <a:solidFill>
                  <a:schemeClr val="tx1"/>
                </a:solidFill>
                <a:latin typeface="Verdana" pitchFamily="34" charset="0"/>
              </a:defRPr>
            </a:lvl5pPr>
            <a:lvl6pPr marL="2514600" indent="-228600" eaLnBrk="0" fontAlgn="base" hangingPunct="0">
              <a:spcBef>
                <a:spcPct val="20000"/>
              </a:spcBef>
              <a:spcAft>
                <a:spcPct val="0"/>
              </a:spcAft>
              <a:buChar char="•"/>
              <a:defRPr sz="1400" b="1">
                <a:solidFill>
                  <a:schemeClr val="tx1"/>
                </a:solidFill>
                <a:latin typeface="Verdana" pitchFamily="34" charset="0"/>
              </a:defRPr>
            </a:lvl6pPr>
            <a:lvl7pPr marL="2971800" indent="-228600" eaLnBrk="0" fontAlgn="base" hangingPunct="0">
              <a:spcBef>
                <a:spcPct val="20000"/>
              </a:spcBef>
              <a:spcAft>
                <a:spcPct val="0"/>
              </a:spcAft>
              <a:buChar char="•"/>
              <a:defRPr sz="1400" b="1">
                <a:solidFill>
                  <a:schemeClr val="tx1"/>
                </a:solidFill>
                <a:latin typeface="Verdana" pitchFamily="34" charset="0"/>
              </a:defRPr>
            </a:lvl7pPr>
            <a:lvl8pPr marL="3429000" indent="-228600" eaLnBrk="0" fontAlgn="base" hangingPunct="0">
              <a:spcBef>
                <a:spcPct val="20000"/>
              </a:spcBef>
              <a:spcAft>
                <a:spcPct val="0"/>
              </a:spcAft>
              <a:buChar char="•"/>
              <a:defRPr sz="1400" b="1">
                <a:solidFill>
                  <a:schemeClr val="tx1"/>
                </a:solidFill>
                <a:latin typeface="Verdana" pitchFamily="34" charset="0"/>
              </a:defRPr>
            </a:lvl8pPr>
            <a:lvl9pPr marL="3886200" indent="-228600" eaLnBrk="0" fontAlgn="base" hangingPunct="0">
              <a:spcBef>
                <a:spcPct val="20000"/>
              </a:spcBef>
              <a:spcAft>
                <a:spcPct val="0"/>
              </a:spcAft>
              <a:buChar char="•"/>
              <a:defRPr sz="1400" b="1">
                <a:solidFill>
                  <a:schemeClr val="tx1"/>
                </a:solidFill>
                <a:latin typeface="Verdana" pitchFamily="34" charset="0"/>
              </a:defRPr>
            </a:lvl9pPr>
          </a:lstStyle>
          <a:p>
            <a:pPr eaLnBrk="1" hangingPunct="1"/>
            <a:r>
              <a:rPr lang="en-US" b="0">
                <a:solidFill>
                  <a:srgbClr val="0000FF"/>
                </a:solidFill>
                <a:latin typeface="Arial" charset="0"/>
              </a:rPr>
              <a:t>Department of IT</a:t>
            </a:r>
          </a:p>
        </p:txBody>
      </p:sp>
    </p:spTree>
  </p:cSld>
  <p:clrMapOvr>
    <a:masterClrMapping/>
  </p:clrMapOvr>
  <p:transition>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sz="3600" b="1" dirty="0">
                <a:latin typeface="Times New Roman" pitchFamily="18" charset="0"/>
                <a:cs typeface="Times New Roman" pitchFamily="18" charset="0"/>
              </a:rPr>
              <a:t>Problem statement</a:t>
            </a:r>
            <a:br>
              <a:rPr lang="en-US" sz="3600" dirty="0">
                <a:latin typeface="Times New Roman" pitchFamily="18" charset="0"/>
                <a:cs typeface="Times New Roman" pitchFamily="18" charset="0"/>
              </a:rPr>
            </a:br>
            <a:endParaRPr lang="en-US" sz="3600" dirty="0">
              <a:latin typeface="Times New Roman" pitchFamily="18" charset="0"/>
              <a:cs typeface="Times New Roman" pitchFamily="18" charset="0"/>
            </a:endParaRPr>
          </a:p>
        </p:txBody>
      </p:sp>
      <p:sp>
        <p:nvSpPr>
          <p:cNvPr id="16387" name="Content Placeholder 2"/>
          <p:cNvSpPr>
            <a:spLocks noGrp="1"/>
          </p:cNvSpPr>
          <p:nvPr>
            <p:ph idx="1"/>
          </p:nvPr>
        </p:nvSpPr>
        <p:spPr>
          <a:xfrm>
            <a:off x="990600" y="1752600"/>
            <a:ext cx="7772400" cy="4114800"/>
          </a:xfrm>
        </p:spPr>
        <p:txBody>
          <a:bodyPr/>
          <a:lstStyle/>
          <a:p>
            <a:pPr>
              <a:defRPr/>
            </a:pPr>
            <a:r>
              <a:rPr lang="en-US" sz="2600" dirty="0">
                <a:latin typeface="+mn-lt"/>
              </a:rPr>
              <a:t> The task is to show that two specific random variables, involving different indices and drawn from independent hash functions, are uncorrelated. This means we need to prove that the expected value of their product equals the product of their expected values.</a:t>
            </a:r>
          </a:p>
        </p:txBody>
      </p:sp>
      <p:sp>
        <p:nvSpPr>
          <p:cNvPr id="1741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Verdana" pitchFamily="34" charset="0"/>
              </a:defRPr>
            </a:lvl1pPr>
            <a:lvl2pPr marL="742950" indent="-285750" eaLnBrk="0" hangingPunct="0">
              <a:defRPr sz="1400" b="1">
                <a:solidFill>
                  <a:schemeClr val="tx1"/>
                </a:solidFill>
                <a:latin typeface="Verdana" pitchFamily="34" charset="0"/>
              </a:defRPr>
            </a:lvl2pPr>
            <a:lvl3pPr marL="1143000" indent="-228600" eaLnBrk="0" hangingPunct="0">
              <a:defRPr sz="1400" b="1">
                <a:solidFill>
                  <a:schemeClr val="tx1"/>
                </a:solidFill>
                <a:latin typeface="Verdana" pitchFamily="34" charset="0"/>
              </a:defRPr>
            </a:lvl3pPr>
            <a:lvl4pPr marL="1600200" indent="-228600" eaLnBrk="0" hangingPunct="0">
              <a:defRPr sz="1400" b="1">
                <a:solidFill>
                  <a:schemeClr val="tx1"/>
                </a:solidFill>
                <a:latin typeface="Verdana" pitchFamily="34" charset="0"/>
              </a:defRPr>
            </a:lvl4pPr>
            <a:lvl5pPr marL="2057400" indent="-228600" eaLnBrk="0" hangingPunct="0">
              <a:defRPr sz="1400" b="1">
                <a:solidFill>
                  <a:schemeClr val="tx1"/>
                </a:solidFill>
                <a:latin typeface="Verdana" pitchFamily="34" charset="0"/>
              </a:defRPr>
            </a:lvl5pPr>
            <a:lvl6pPr marL="2514600" indent="-228600" eaLnBrk="0" fontAlgn="base" hangingPunct="0">
              <a:spcBef>
                <a:spcPct val="20000"/>
              </a:spcBef>
              <a:spcAft>
                <a:spcPct val="0"/>
              </a:spcAft>
              <a:buChar char="•"/>
              <a:defRPr sz="1400" b="1">
                <a:solidFill>
                  <a:schemeClr val="tx1"/>
                </a:solidFill>
                <a:latin typeface="Verdana" pitchFamily="34" charset="0"/>
              </a:defRPr>
            </a:lvl6pPr>
            <a:lvl7pPr marL="2971800" indent="-228600" eaLnBrk="0" fontAlgn="base" hangingPunct="0">
              <a:spcBef>
                <a:spcPct val="20000"/>
              </a:spcBef>
              <a:spcAft>
                <a:spcPct val="0"/>
              </a:spcAft>
              <a:buChar char="•"/>
              <a:defRPr sz="1400" b="1">
                <a:solidFill>
                  <a:schemeClr val="tx1"/>
                </a:solidFill>
                <a:latin typeface="Verdana" pitchFamily="34" charset="0"/>
              </a:defRPr>
            </a:lvl7pPr>
            <a:lvl8pPr marL="3429000" indent="-228600" eaLnBrk="0" fontAlgn="base" hangingPunct="0">
              <a:spcBef>
                <a:spcPct val="20000"/>
              </a:spcBef>
              <a:spcAft>
                <a:spcPct val="0"/>
              </a:spcAft>
              <a:buChar char="•"/>
              <a:defRPr sz="1400" b="1">
                <a:solidFill>
                  <a:schemeClr val="tx1"/>
                </a:solidFill>
                <a:latin typeface="Verdana" pitchFamily="34" charset="0"/>
              </a:defRPr>
            </a:lvl8pPr>
            <a:lvl9pPr marL="3886200" indent="-228600" eaLnBrk="0" fontAlgn="base" hangingPunct="0">
              <a:spcBef>
                <a:spcPct val="20000"/>
              </a:spcBef>
              <a:spcAft>
                <a:spcPct val="0"/>
              </a:spcAft>
              <a:buChar char="•"/>
              <a:defRPr sz="1400" b="1">
                <a:solidFill>
                  <a:schemeClr val="tx1"/>
                </a:solidFill>
                <a:latin typeface="Verdana" pitchFamily="34" charset="0"/>
              </a:defRPr>
            </a:lvl9pPr>
          </a:lstStyle>
          <a:p>
            <a:pPr eaLnBrk="1" hangingPunct="1"/>
            <a:r>
              <a:rPr lang="en-US" b="0">
                <a:solidFill>
                  <a:srgbClr val="0000FF"/>
                </a:solidFill>
                <a:latin typeface="Arial" charset="0"/>
              </a:rPr>
              <a:t>Department of IT</a:t>
            </a:r>
          </a:p>
        </p:txBody>
      </p:sp>
    </p:spTree>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2976" y="1357298"/>
            <a:ext cx="7143800" cy="4357702"/>
          </a:xfrm>
        </p:spPr>
        <p:txBody>
          <a:bodyPr/>
          <a:lstStyle/>
          <a:p>
            <a:r>
              <a:rPr lang="en-US" sz="2400" b="1" dirty="0">
                <a:latin typeface="+mn-lt"/>
              </a:rPr>
              <a:t>Function 1</a:t>
            </a:r>
            <a:r>
              <a:rPr lang="en-US" sz="2400" dirty="0">
                <a:latin typeface="+mn-lt"/>
              </a:rPr>
              <a:t>: </a:t>
            </a:r>
            <a:r>
              <a:rPr lang="en-US" sz="2400" dirty="0" err="1">
                <a:latin typeface="+mn-lt"/>
              </a:rPr>
              <a:t>CuckooHashTable</a:t>
            </a:r>
            <a:endParaRPr lang="en-US" sz="2400" dirty="0">
              <a:latin typeface="+mn-lt"/>
            </a:endParaRPr>
          </a:p>
          <a:p>
            <a:r>
              <a:rPr lang="en-US" sz="2400" dirty="0">
                <a:latin typeface="+mn-lt"/>
              </a:rPr>
              <a:t>Parameters used:</a:t>
            </a:r>
          </a:p>
          <a:p>
            <a:pPr lvl="1"/>
            <a:r>
              <a:rPr lang="en-US" sz="2000" dirty="0">
                <a:latin typeface="+mn-lt"/>
              </a:rPr>
              <a:t>Table1 and table2 </a:t>
            </a:r>
            <a:r>
              <a:rPr lang="en-US" sz="2000" dirty="0">
                <a:latin typeface="+mn-lt"/>
                <a:sym typeface="Wingdings" pitchFamily="2" charset="2"/>
              </a:rPr>
              <a:t> integer array that hold values in two tables</a:t>
            </a:r>
          </a:p>
          <a:p>
            <a:pPr lvl="1"/>
            <a:r>
              <a:rPr lang="en-US" sz="2000" dirty="0">
                <a:latin typeface="+mn-lt"/>
                <a:sym typeface="Wingdings" pitchFamily="2" charset="2"/>
              </a:rPr>
              <a:t>m    size of each table</a:t>
            </a:r>
          </a:p>
          <a:p>
            <a:pPr lvl="1"/>
            <a:r>
              <a:rPr lang="en-US" sz="2000" dirty="0">
                <a:latin typeface="+mn-lt"/>
                <a:sym typeface="Wingdings" pitchFamily="2" charset="2"/>
              </a:rPr>
              <a:t>size    tracks total number of elements inserted</a:t>
            </a:r>
          </a:p>
          <a:p>
            <a:pPr lvl="1"/>
            <a:r>
              <a:rPr lang="en-US" sz="2000" dirty="0">
                <a:latin typeface="+mn-lt"/>
                <a:sym typeface="Wingdings" pitchFamily="2" charset="2"/>
              </a:rPr>
              <a:t>EMPTY    represents empty slot (-1)</a:t>
            </a:r>
            <a:endParaRPr lang="en-US" sz="2000" dirty="0">
              <a:latin typeface="+mn-lt"/>
            </a:endParaRPr>
          </a:p>
          <a:p>
            <a:r>
              <a:rPr lang="en-US" sz="2400" dirty="0">
                <a:latin typeface="+mn-lt"/>
              </a:rPr>
              <a:t>Steps:</a:t>
            </a:r>
          </a:p>
          <a:p>
            <a:pPr lvl="1"/>
            <a:r>
              <a:rPr lang="en-US" sz="2200" dirty="0">
                <a:latin typeface="+mn-lt"/>
              </a:rPr>
              <a:t>The above function holds arguments which aid in the progress of the program, it also holds other modules, such as:</a:t>
            </a:r>
          </a:p>
        </p:txBody>
      </p:sp>
      <p:sp>
        <p:nvSpPr>
          <p:cNvPr id="4" name="Footer Placeholder 3"/>
          <p:cNvSpPr>
            <a:spLocks noGrp="1"/>
          </p:cNvSpPr>
          <p:nvPr>
            <p:ph type="ftr" sz="quarter" idx="10"/>
          </p:nvPr>
        </p:nvSpPr>
        <p:spPr/>
        <p:txBody>
          <a:bodyPr/>
          <a:lstStyle/>
          <a:p>
            <a:pPr>
              <a:defRPr/>
            </a:pPr>
            <a:r>
              <a:rPr lang="en-US"/>
              <a:t>Department of IT</a:t>
            </a:r>
          </a:p>
        </p:txBody>
      </p:sp>
      <p:sp>
        <p:nvSpPr>
          <p:cNvPr id="5" name="Title 1"/>
          <p:cNvSpPr>
            <a:spLocks noGrp="1"/>
          </p:cNvSpPr>
          <p:nvPr>
            <p:ph type="title"/>
          </p:nvPr>
        </p:nvSpPr>
        <p:spPr>
          <a:xfrm>
            <a:off x="785786" y="500042"/>
            <a:ext cx="7772400" cy="747698"/>
          </a:xfrm>
        </p:spPr>
        <p:txBody>
          <a:bodyPr/>
          <a:lstStyle/>
          <a:p>
            <a:pPr>
              <a:defRPr/>
            </a:pPr>
            <a:r>
              <a:rPr lang="en-US" sz="3600" b="1" dirty="0">
                <a:latin typeface="+mn-lt"/>
              </a:rPr>
              <a:t>Module Explanation </a:t>
            </a:r>
          </a:p>
        </p:txBody>
      </p:sp>
    </p:spTree>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332656"/>
            <a:ext cx="7529538" cy="642942"/>
          </a:xfrm>
        </p:spPr>
        <p:txBody>
          <a:bodyPr/>
          <a:lstStyle/>
          <a:p>
            <a:r>
              <a:rPr lang="en-US" sz="3600" b="1" dirty="0">
                <a:latin typeface="+mn-lt"/>
              </a:rPr>
              <a:t>Module Explanation </a:t>
            </a:r>
          </a:p>
        </p:txBody>
      </p:sp>
      <p:sp>
        <p:nvSpPr>
          <p:cNvPr id="3" name="Content Placeholder 2"/>
          <p:cNvSpPr>
            <a:spLocks noGrp="1"/>
          </p:cNvSpPr>
          <p:nvPr>
            <p:ph idx="1"/>
          </p:nvPr>
        </p:nvSpPr>
        <p:spPr>
          <a:xfrm>
            <a:off x="971600" y="1196751"/>
            <a:ext cx="7920880" cy="5012979"/>
          </a:xfrm>
        </p:spPr>
        <p:txBody>
          <a:bodyPr/>
          <a:lstStyle/>
          <a:p>
            <a:r>
              <a:rPr lang="en-IN" sz="2400" dirty="0">
                <a:latin typeface="+mn-lt"/>
              </a:rPr>
              <a:t>Hash 1</a:t>
            </a:r>
          </a:p>
          <a:p>
            <a:pPr lvl="1"/>
            <a:r>
              <a:rPr lang="en-US" sz="2000" dirty="0">
                <a:latin typeface="+mn-lt"/>
              </a:rPr>
              <a:t>It is the primary hash function that determines an index for a key in table1</a:t>
            </a:r>
          </a:p>
          <a:p>
            <a:pPr lvl="1"/>
            <a:r>
              <a:rPr lang="en-US" sz="2000" dirty="0">
                <a:latin typeface="+mn-lt"/>
              </a:rPr>
              <a:t>Hash function -</a:t>
            </a:r>
            <a:r>
              <a:rPr lang="en-US" sz="2000" dirty="0" err="1">
                <a:latin typeface="+mn-lt"/>
              </a:rPr>
              <a:t>key%m</a:t>
            </a:r>
            <a:r>
              <a:rPr lang="en-US" sz="2000" dirty="0">
                <a:latin typeface="+mn-lt"/>
              </a:rPr>
              <a:t>. </a:t>
            </a:r>
            <a:endParaRPr lang="en-IN" sz="2000" dirty="0">
              <a:latin typeface="+mn-lt"/>
            </a:endParaRPr>
          </a:p>
          <a:p>
            <a:r>
              <a:rPr lang="en-IN" sz="2400" dirty="0">
                <a:latin typeface="+mn-lt"/>
              </a:rPr>
              <a:t>Hash 2</a:t>
            </a:r>
          </a:p>
          <a:p>
            <a:pPr lvl="1"/>
            <a:r>
              <a:rPr lang="en-US" sz="2000" dirty="0">
                <a:latin typeface="+mn-lt"/>
              </a:rPr>
              <a:t>It is the secondary hash function for table table2</a:t>
            </a:r>
          </a:p>
          <a:p>
            <a:pPr lvl="1"/>
            <a:r>
              <a:rPr lang="en-US" sz="2000" dirty="0">
                <a:latin typeface="+mn-lt"/>
              </a:rPr>
              <a:t>It applies XOR operation on hash1(key) with a fixed delta and then the result modulo m.</a:t>
            </a:r>
          </a:p>
          <a:p>
            <a:pPr lvl="1"/>
            <a:r>
              <a:rPr lang="en-US" sz="2000" dirty="0">
                <a:latin typeface="+mn-lt"/>
              </a:rPr>
              <a:t>Hash function- (hash1(key)^delta)%m</a:t>
            </a:r>
          </a:p>
          <a:p>
            <a:pPr lvl="1"/>
            <a:r>
              <a:rPr lang="en-US" sz="2000" dirty="0">
                <a:latin typeface="+mn-lt"/>
              </a:rPr>
              <a:t>The main purpose of secondary hash function is to produce a different hash location if collision occurs in the primary table.</a:t>
            </a:r>
          </a:p>
          <a:p>
            <a:pPr lvl="1"/>
            <a:r>
              <a:rPr lang="en-US" sz="2000" dirty="0">
                <a:latin typeface="+mn-lt"/>
              </a:rPr>
              <a:t>The delta value employed is 3,this small fixed value allows efficient computation.</a:t>
            </a:r>
          </a:p>
          <a:p>
            <a:pPr marL="457200" lvl="1" indent="0">
              <a:buNone/>
            </a:pPr>
            <a:endParaRPr lang="en-IN" sz="2000" dirty="0">
              <a:latin typeface="+mn-lt"/>
            </a:endParaRPr>
          </a:p>
        </p:txBody>
      </p:sp>
      <p:sp>
        <p:nvSpPr>
          <p:cNvPr id="4" name="Footer Placeholder 3"/>
          <p:cNvSpPr>
            <a:spLocks noGrp="1"/>
          </p:cNvSpPr>
          <p:nvPr>
            <p:ph type="ftr" sz="quarter" idx="10"/>
          </p:nvPr>
        </p:nvSpPr>
        <p:spPr/>
        <p:txBody>
          <a:bodyPr/>
          <a:lstStyle/>
          <a:p>
            <a:pPr>
              <a:defRPr/>
            </a:pPr>
            <a:r>
              <a:rPr lang="en-US"/>
              <a:t>Department of IT</a:t>
            </a:r>
          </a:p>
        </p:txBody>
      </p:sp>
    </p:spTree>
    <p:extLst>
      <p:ext uri="{BB962C8B-B14F-4D97-AF65-F5344CB8AC3E}">
        <p14:creationId xmlns:p14="http://schemas.microsoft.com/office/powerpoint/2010/main" val="3720792017"/>
      </p:ext>
    </p:extLst>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457200"/>
            <a:ext cx="7239000" cy="762000"/>
          </a:xfrm>
        </p:spPr>
        <p:txBody>
          <a:bodyPr/>
          <a:lstStyle/>
          <a:p>
            <a:pPr algn="l">
              <a:defRPr/>
            </a:pPr>
            <a:r>
              <a:rPr lang="en-US" sz="3600" dirty="0">
                <a:latin typeface="+mn-lt"/>
              </a:rPr>
              <a:t>Contd...</a:t>
            </a:r>
          </a:p>
        </p:txBody>
      </p:sp>
      <p:sp>
        <p:nvSpPr>
          <p:cNvPr id="3" name="Content Placeholder 2"/>
          <p:cNvSpPr>
            <a:spLocks noGrp="1"/>
          </p:cNvSpPr>
          <p:nvPr>
            <p:ph idx="1"/>
          </p:nvPr>
        </p:nvSpPr>
        <p:spPr>
          <a:xfrm>
            <a:off x="1066800" y="1371600"/>
            <a:ext cx="7772400" cy="4800600"/>
          </a:xfrm>
        </p:spPr>
        <p:txBody>
          <a:bodyPr/>
          <a:lstStyle/>
          <a:p>
            <a:pPr>
              <a:defRPr/>
            </a:pPr>
            <a:r>
              <a:rPr lang="en-US" sz="2400" b="1" dirty="0">
                <a:latin typeface="+mn-lt"/>
              </a:rPr>
              <a:t>Function 2</a:t>
            </a:r>
            <a:r>
              <a:rPr lang="en-US" sz="2400" dirty="0">
                <a:latin typeface="+mn-lt"/>
              </a:rPr>
              <a:t>: rehash</a:t>
            </a:r>
          </a:p>
          <a:p>
            <a:pPr>
              <a:defRPr/>
            </a:pPr>
            <a:r>
              <a:rPr lang="en-US" sz="2400" dirty="0">
                <a:latin typeface="+mn-lt"/>
              </a:rPr>
              <a:t>Parameters used</a:t>
            </a:r>
          </a:p>
          <a:p>
            <a:pPr lvl="1">
              <a:buFont typeface="Times New Roman" pitchFamily="18" charset="0"/>
              <a:buChar char="*"/>
              <a:defRPr/>
            </a:pPr>
            <a:r>
              <a:rPr lang="en-US" sz="2000" dirty="0">
                <a:latin typeface="+mn-lt"/>
              </a:rPr>
              <a:t>The old size of the table – m.</a:t>
            </a:r>
          </a:p>
          <a:p>
            <a:pPr lvl="1">
              <a:buFont typeface="Times New Roman" pitchFamily="18" charset="0"/>
              <a:buChar char="*"/>
              <a:defRPr/>
            </a:pPr>
            <a:r>
              <a:rPr lang="en-US" sz="2000" dirty="0">
                <a:latin typeface="+mn-lt"/>
              </a:rPr>
              <a:t>Pointer oldtable1 points to table1 value.</a:t>
            </a:r>
          </a:p>
          <a:p>
            <a:pPr lvl="1">
              <a:buFont typeface="Times New Roman" pitchFamily="18" charset="0"/>
              <a:buChar char="*"/>
              <a:defRPr/>
            </a:pPr>
            <a:r>
              <a:rPr lang="en-US" sz="2000" dirty="0">
                <a:latin typeface="+mn-lt"/>
              </a:rPr>
              <a:t>Pointer oldtable2  points to table2 value.</a:t>
            </a:r>
          </a:p>
          <a:p>
            <a:pPr lvl="1">
              <a:buFont typeface="Times New Roman" pitchFamily="18" charset="0"/>
              <a:buChar char="*"/>
              <a:defRPr/>
            </a:pPr>
            <a:r>
              <a:rPr lang="en-US" sz="2000" dirty="0">
                <a:latin typeface="+mn-lt"/>
              </a:rPr>
              <a:t>New table1 and table2 are created.</a:t>
            </a:r>
          </a:p>
          <a:p>
            <a:pPr marL="457200" lvl="1" indent="0">
              <a:buNone/>
              <a:defRPr/>
            </a:pPr>
            <a:r>
              <a:rPr lang="en-US" sz="2000" baseline="-25000" dirty="0">
                <a:latin typeface="+mn-lt"/>
              </a:rPr>
              <a:t>	</a:t>
            </a:r>
          </a:p>
          <a:p>
            <a:pPr>
              <a:defRPr/>
            </a:pPr>
            <a:r>
              <a:rPr lang="en-US" sz="2400" dirty="0">
                <a:latin typeface="+mn-lt"/>
              </a:rPr>
              <a:t>Steps :</a:t>
            </a:r>
          </a:p>
          <a:p>
            <a:pPr lvl="1">
              <a:defRPr/>
            </a:pPr>
            <a:r>
              <a:rPr lang="en-US" sz="2200" dirty="0">
                <a:latin typeface="+mn-lt"/>
              </a:rPr>
              <a:t>Rehash is called when the load factor is high, it doubles the size of table.</a:t>
            </a:r>
          </a:p>
          <a:p>
            <a:pPr lvl="1">
              <a:defRPr/>
            </a:pPr>
            <a:r>
              <a:rPr lang="en-US" sz="2200" dirty="0">
                <a:latin typeface="+mn-lt"/>
              </a:rPr>
              <a:t>Lager arrays foe table1 and table2 and </a:t>
            </a:r>
            <a:r>
              <a:rPr lang="en-US" sz="2200" dirty="0" err="1">
                <a:latin typeface="+mn-lt"/>
              </a:rPr>
              <a:t>intializes</a:t>
            </a:r>
            <a:r>
              <a:rPr lang="en-US" sz="2200" dirty="0">
                <a:latin typeface="+mn-lt"/>
              </a:rPr>
              <a:t> all slots are empty, all elements from old table are reinserted and old tables are deleted.</a:t>
            </a:r>
          </a:p>
          <a:p>
            <a:pPr lvl="1">
              <a:defRPr/>
            </a:pPr>
            <a:endParaRPr lang="en-US" sz="2200" dirty="0">
              <a:latin typeface="+mn-lt"/>
            </a:endParaRPr>
          </a:p>
          <a:p>
            <a:pPr lvl="2">
              <a:defRPr/>
            </a:pPr>
            <a:endParaRPr lang="en-US" sz="1800" dirty="0">
              <a:latin typeface="+mn-lt"/>
            </a:endParaRPr>
          </a:p>
          <a:p>
            <a:pPr>
              <a:defRPr/>
            </a:pPr>
            <a:endParaRPr lang="en-US" sz="2600" dirty="0">
              <a:latin typeface="+mn-lt"/>
            </a:endParaRPr>
          </a:p>
          <a:p>
            <a:pPr>
              <a:defRPr/>
            </a:pPr>
            <a:endParaRPr lang="en-US" sz="2600" dirty="0">
              <a:latin typeface="+mn-lt"/>
            </a:endParaRPr>
          </a:p>
        </p:txBody>
      </p:sp>
      <p:sp>
        <p:nvSpPr>
          <p:cNvPr id="3277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Verdana" pitchFamily="34" charset="0"/>
              </a:defRPr>
            </a:lvl1pPr>
            <a:lvl2pPr marL="742950" indent="-285750" eaLnBrk="0" hangingPunct="0">
              <a:defRPr sz="1400" b="1">
                <a:solidFill>
                  <a:schemeClr val="tx1"/>
                </a:solidFill>
                <a:latin typeface="Verdana" pitchFamily="34" charset="0"/>
              </a:defRPr>
            </a:lvl2pPr>
            <a:lvl3pPr marL="1143000" indent="-228600" eaLnBrk="0" hangingPunct="0">
              <a:defRPr sz="1400" b="1">
                <a:solidFill>
                  <a:schemeClr val="tx1"/>
                </a:solidFill>
                <a:latin typeface="Verdana" pitchFamily="34" charset="0"/>
              </a:defRPr>
            </a:lvl3pPr>
            <a:lvl4pPr marL="1600200" indent="-228600" eaLnBrk="0" hangingPunct="0">
              <a:defRPr sz="1400" b="1">
                <a:solidFill>
                  <a:schemeClr val="tx1"/>
                </a:solidFill>
                <a:latin typeface="Verdana" pitchFamily="34" charset="0"/>
              </a:defRPr>
            </a:lvl4pPr>
            <a:lvl5pPr marL="2057400" indent="-228600" eaLnBrk="0" hangingPunct="0">
              <a:defRPr sz="1400" b="1">
                <a:solidFill>
                  <a:schemeClr val="tx1"/>
                </a:solidFill>
                <a:latin typeface="Verdana" pitchFamily="34" charset="0"/>
              </a:defRPr>
            </a:lvl5pPr>
            <a:lvl6pPr marL="2514600" indent="-228600" eaLnBrk="0" fontAlgn="base" hangingPunct="0">
              <a:spcBef>
                <a:spcPct val="20000"/>
              </a:spcBef>
              <a:spcAft>
                <a:spcPct val="0"/>
              </a:spcAft>
              <a:buChar char="•"/>
              <a:defRPr sz="1400" b="1">
                <a:solidFill>
                  <a:schemeClr val="tx1"/>
                </a:solidFill>
                <a:latin typeface="Verdana" pitchFamily="34" charset="0"/>
              </a:defRPr>
            </a:lvl6pPr>
            <a:lvl7pPr marL="2971800" indent="-228600" eaLnBrk="0" fontAlgn="base" hangingPunct="0">
              <a:spcBef>
                <a:spcPct val="20000"/>
              </a:spcBef>
              <a:spcAft>
                <a:spcPct val="0"/>
              </a:spcAft>
              <a:buChar char="•"/>
              <a:defRPr sz="1400" b="1">
                <a:solidFill>
                  <a:schemeClr val="tx1"/>
                </a:solidFill>
                <a:latin typeface="Verdana" pitchFamily="34" charset="0"/>
              </a:defRPr>
            </a:lvl7pPr>
            <a:lvl8pPr marL="3429000" indent="-228600" eaLnBrk="0" fontAlgn="base" hangingPunct="0">
              <a:spcBef>
                <a:spcPct val="20000"/>
              </a:spcBef>
              <a:spcAft>
                <a:spcPct val="0"/>
              </a:spcAft>
              <a:buChar char="•"/>
              <a:defRPr sz="1400" b="1">
                <a:solidFill>
                  <a:schemeClr val="tx1"/>
                </a:solidFill>
                <a:latin typeface="Verdana" pitchFamily="34" charset="0"/>
              </a:defRPr>
            </a:lvl8pPr>
            <a:lvl9pPr marL="3886200" indent="-228600" eaLnBrk="0" fontAlgn="base" hangingPunct="0">
              <a:spcBef>
                <a:spcPct val="20000"/>
              </a:spcBef>
              <a:spcAft>
                <a:spcPct val="0"/>
              </a:spcAft>
              <a:buChar char="•"/>
              <a:defRPr sz="1400" b="1">
                <a:solidFill>
                  <a:schemeClr val="tx1"/>
                </a:solidFill>
                <a:latin typeface="Verdana" pitchFamily="34" charset="0"/>
              </a:defRPr>
            </a:lvl9pPr>
          </a:lstStyle>
          <a:p>
            <a:pPr eaLnBrk="1" hangingPunct="1"/>
            <a:r>
              <a:rPr lang="en-US" b="0">
                <a:solidFill>
                  <a:srgbClr val="0000FF"/>
                </a:solidFill>
                <a:latin typeface="Arial" charset="0"/>
              </a:rPr>
              <a:t>Department of IT</a:t>
            </a:r>
          </a:p>
        </p:txBody>
      </p:sp>
    </p:spTree>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09600"/>
            <a:ext cx="7391400" cy="838200"/>
          </a:xfrm>
        </p:spPr>
        <p:txBody>
          <a:bodyPr/>
          <a:lstStyle/>
          <a:p>
            <a:pPr algn="l"/>
            <a:r>
              <a:rPr lang="en-IN" dirty="0">
                <a:latin typeface="Times New Roman" pitchFamily="18" charset="0"/>
                <a:cs typeface="Times New Roman" pitchFamily="18" charset="0"/>
              </a:rPr>
              <a:t>Contd...</a:t>
            </a:r>
            <a:endParaRPr lang="en-US" dirty="0"/>
          </a:p>
        </p:txBody>
      </p:sp>
      <p:sp>
        <p:nvSpPr>
          <p:cNvPr id="3" name="Content Placeholder 2"/>
          <p:cNvSpPr>
            <a:spLocks noGrp="1"/>
          </p:cNvSpPr>
          <p:nvPr>
            <p:ph idx="1"/>
          </p:nvPr>
        </p:nvSpPr>
        <p:spPr>
          <a:xfrm>
            <a:off x="1143000" y="1600200"/>
            <a:ext cx="7696200" cy="4495800"/>
          </a:xfrm>
        </p:spPr>
        <p:txBody>
          <a:bodyPr/>
          <a:lstStyle/>
          <a:p>
            <a:r>
              <a:rPr lang="en-US" sz="2400" dirty="0">
                <a:latin typeface="+mn-lt"/>
              </a:rPr>
              <a:t>Constructor and destructor</a:t>
            </a:r>
          </a:p>
          <a:p>
            <a:pPr lvl="1"/>
            <a:r>
              <a:rPr lang="en-US" sz="2000" dirty="0">
                <a:latin typeface="+mn-lt"/>
              </a:rPr>
              <a:t>Constructor </a:t>
            </a:r>
            <a:r>
              <a:rPr lang="en-US" sz="2000" dirty="0" err="1">
                <a:latin typeface="+mn-lt"/>
              </a:rPr>
              <a:t>intializes</a:t>
            </a:r>
            <a:r>
              <a:rPr lang="en-US" sz="2000" dirty="0">
                <a:latin typeface="+mn-lt"/>
              </a:rPr>
              <a:t> m to the given </a:t>
            </a:r>
            <a:r>
              <a:rPr lang="en-US" sz="2000" b="1" dirty="0" err="1">
                <a:latin typeface="+mn-lt"/>
              </a:rPr>
              <a:t>initial_size</a:t>
            </a:r>
            <a:r>
              <a:rPr lang="en-US" sz="2000" b="1" dirty="0">
                <a:latin typeface="+mn-lt"/>
              </a:rPr>
              <a:t> </a:t>
            </a:r>
            <a:r>
              <a:rPr lang="en-US" sz="2000" dirty="0">
                <a:latin typeface="+mn-lt"/>
              </a:rPr>
              <a:t>and</a:t>
            </a:r>
            <a:r>
              <a:rPr lang="en-US" sz="2000" b="1" dirty="0">
                <a:latin typeface="+mn-lt"/>
              </a:rPr>
              <a:t> size </a:t>
            </a:r>
            <a:r>
              <a:rPr lang="en-US" sz="2000" dirty="0">
                <a:latin typeface="+mn-lt"/>
              </a:rPr>
              <a:t>to zero.</a:t>
            </a:r>
          </a:p>
          <a:p>
            <a:pPr lvl="1"/>
            <a:r>
              <a:rPr lang="en-US" sz="2000" dirty="0">
                <a:latin typeface="+mn-lt"/>
              </a:rPr>
              <a:t>If </a:t>
            </a:r>
            <a:r>
              <a:rPr lang="en-US" sz="2000" b="1" dirty="0" err="1">
                <a:latin typeface="+mn-lt"/>
              </a:rPr>
              <a:t>initial_size</a:t>
            </a:r>
            <a:r>
              <a:rPr lang="en-US" sz="2000" b="1" dirty="0">
                <a:latin typeface="+mn-lt"/>
              </a:rPr>
              <a:t> </a:t>
            </a:r>
            <a:r>
              <a:rPr lang="en-US" sz="2000" dirty="0">
                <a:latin typeface="+mn-lt"/>
              </a:rPr>
              <a:t>is not a positive power of two, it prints error and exits.</a:t>
            </a:r>
          </a:p>
          <a:p>
            <a:pPr lvl="1"/>
            <a:r>
              <a:rPr lang="en-US" sz="2000" dirty="0">
                <a:solidFill>
                  <a:srgbClr val="000000"/>
                </a:solidFill>
                <a:latin typeface="Times New Roman"/>
              </a:rPr>
              <a:t>table1 and table2 are allocated with size m, and all slots are set to empty.</a:t>
            </a:r>
          </a:p>
          <a:p>
            <a:pPr lvl="1"/>
            <a:r>
              <a:rPr lang="en-US" sz="2000" dirty="0">
                <a:solidFill>
                  <a:srgbClr val="000000"/>
                </a:solidFill>
                <a:latin typeface="Times New Roman"/>
              </a:rPr>
              <a:t>The destructor frees the memory allocated for table1 and table2 when the object is destroyed.</a:t>
            </a:r>
          </a:p>
          <a:p>
            <a:pPr marL="457200" lvl="1" indent="0">
              <a:buNone/>
            </a:pPr>
            <a:endParaRPr lang="en-US" sz="2400" dirty="0">
              <a:latin typeface="+mn-lt"/>
            </a:endParaRPr>
          </a:p>
          <a:p>
            <a:pPr marL="914400" lvl="2" indent="0">
              <a:buNone/>
            </a:pPr>
            <a:r>
              <a:rPr lang="en-US" dirty="0">
                <a:latin typeface="+mn-lt"/>
              </a:rPr>
              <a:t> </a:t>
            </a:r>
            <a:endParaRPr lang="en-US" dirty="0">
              <a:solidFill>
                <a:srgbClr val="000000"/>
              </a:solidFill>
              <a:latin typeface="Times New Roman"/>
            </a:endParaRPr>
          </a:p>
          <a:p>
            <a:pPr marL="457200" lvl="1" indent="0">
              <a:buNone/>
            </a:pPr>
            <a:endParaRPr lang="en-US" sz="2000" dirty="0">
              <a:latin typeface="+mn-lt"/>
            </a:endParaRPr>
          </a:p>
          <a:p>
            <a:pPr lvl="1"/>
            <a:endParaRPr lang="en-US" sz="2000" dirty="0">
              <a:latin typeface="+mn-lt"/>
            </a:endParaRPr>
          </a:p>
        </p:txBody>
      </p:sp>
      <p:sp>
        <p:nvSpPr>
          <p:cNvPr id="4" name="Footer Placeholder 3"/>
          <p:cNvSpPr>
            <a:spLocks noGrp="1"/>
          </p:cNvSpPr>
          <p:nvPr>
            <p:ph type="ftr" sz="quarter" idx="10"/>
          </p:nvPr>
        </p:nvSpPr>
        <p:spPr/>
        <p:txBody>
          <a:bodyPr/>
          <a:lstStyle/>
          <a:p>
            <a:pPr>
              <a:defRPr/>
            </a:pPr>
            <a:r>
              <a:rPr lang="en-US"/>
              <a:t>Department of IT</a:t>
            </a:r>
          </a:p>
        </p:txBody>
      </p:sp>
    </p:spTree>
    <p:extLst>
      <p:ext uri="{BB962C8B-B14F-4D97-AF65-F5344CB8AC3E}">
        <p14:creationId xmlns:p14="http://schemas.microsoft.com/office/powerpoint/2010/main" val="3501482847"/>
      </p:ext>
    </p:extLst>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609600"/>
            <a:ext cx="7239000" cy="685800"/>
          </a:xfrm>
        </p:spPr>
        <p:txBody>
          <a:bodyPr/>
          <a:lstStyle/>
          <a:p>
            <a:pPr algn="l"/>
            <a:r>
              <a:rPr lang="en-US" sz="3600" dirty="0">
                <a:latin typeface="+mj-lt"/>
              </a:rPr>
              <a:t>Contd...</a:t>
            </a:r>
          </a:p>
        </p:txBody>
      </p:sp>
      <p:sp>
        <p:nvSpPr>
          <p:cNvPr id="3" name="Content Placeholder 2"/>
          <p:cNvSpPr>
            <a:spLocks noGrp="1"/>
          </p:cNvSpPr>
          <p:nvPr>
            <p:ph idx="1"/>
          </p:nvPr>
        </p:nvSpPr>
        <p:spPr>
          <a:xfrm>
            <a:off x="990600" y="1447800"/>
            <a:ext cx="7924800" cy="4648200"/>
          </a:xfrm>
        </p:spPr>
        <p:txBody>
          <a:bodyPr/>
          <a:lstStyle/>
          <a:p>
            <a:r>
              <a:rPr lang="en-US" sz="2600" b="1" dirty="0">
                <a:latin typeface="+mn-lt"/>
              </a:rPr>
              <a:t>Function 3</a:t>
            </a:r>
            <a:r>
              <a:rPr lang="en-US" sz="2600" dirty="0">
                <a:latin typeface="+mn-lt"/>
              </a:rPr>
              <a:t>: insert</a:t>
            </a:r>
          </a:p>
          <a:p>
            <a:r>
              <a:rPr lang="en-US" sz="2600" dirty="0">
                <a:latin typeface="+mn-lt"/>
              </a:rPr>
              <a:t>Arguments called:</a:t>
            </a:r>
          </a:p>
          <a:p>
            <a:pPr lvl="1">
              <a:buFont typeface="Times New Roman" pitchFamily="18" charset="0"/>
              <a:buChar char="*"/>
            </a:pPr>
            <a:r>
              <a:rPr lang="en-US" sz="2200" dirty="0">
                <a:latin typeface="+mn-lt"/>
              </a:rPr>
              <a:t>key </a:t>
            </a:r>
            <a:r>
              <a:rPr lang="en-US" sz="2200" dirty="0">
                <a:latin typeface="+mn-lt"/>
                <a:sym typeface="Wingdings" pitchFamily="2" charset="2"/>
              </a:rPr>
              <a:t> size of the table</a:t>
            </a:r>
            <a:endParaRPr lang="en-US" sz="2200" dirty="0">
              <a:latin typeface="+mn-lt"/>
            </a:endParaRPr>
          </a:p>
          <a:p>
            <a:r>
              <a:rPr lang="en-US" sz="2600" dirty="0">
                <a:latin typeface="+mn-lt"/>
              </a:rPr>
              <a:t>Steps:</a:t>
            </a:r>
            <a:endParaRPr lang="en-US" sz="2800" dirty="0">
              <a:solidFill>
                <a:srgbClr val="000000"/>
              </a:solidFill>
              <a:latin typeface="Times New Roman"/>
            </a:endParaRPr>
          </a:p>
          <a:p>
            <a:pPr lvl="1"/>
            <a:r>
              <a:rPr lang="en-US" sz="2400" dirty="0">
                <a:solidFill>
                  <a:srgbClr val="000000"/>
                </a:solidFill>
                <a:latin typeface="Times New Roman"/>
              </a:rPr>
              <a:t>insert checks if the table’s load factor exceeds 50%. If it does, rehash is called.</a:t>
            </a:r>
          </a:p>
          <a:p>
            <a:pPr lvl="1"/>
            <a:r>
              <a:rPr lang="en-US" sz="2200" dirty="0">
                <a:latin typeface="+mn-lt"/>
              </a:rPr>
              <a:t>The primary hash (pos1) is calculated. If the slot in table1 at pos1 is empty, the key is inserted and the size is incremented.</a:t>
            </a:r>
          </a:p>
          <a:p>
            <a:pPr lvl="1"/>
            <a:r>
              <a:rPr lang="en-US" sz="2200" dirty="0">
                <a:latin typeface="+mn-lt"/>
              </a:rPr>
              <a:t>If pos1 in table1 is already occupied, the existing element is kicked out and the new element is inserted is inserted in table 2 using hash2.	</a:t>
            </a:r>
          </a:p>
          <a:p>
            <a:pPr marL="457200" lvl="1" indent="0">
              <a:buNone/>
            </a:pPr>
            <a:r>
              <a:rPr lang="en-US" sz="2200" dirty="0">
                <a:latin typeface="+mn-lt"/>
              </a:rPr>
              <a:t>	</a:t>
            </a:r>
          </a:p>
        </p:txBody>
      </p:sp>
      <p:sp>
        <p:nvSpPr>
          <p:cNvPr id="4" name="Footer Placeholder 3"/>
          <p:cNvSpPr>
            <a:spLocks noGrp="1"/>
          </p:cNvSpPr>
          <p:nvPr>
            <p:ph type="ftr" sz="quarter" idx="10"/>
          </p:nvPr>
        </p:nvSpPr>
        <p:spPr/>
        <p:txBody>
          <a:bodyPr/>
          <a:lstStyle/>
          <a:p>
            <a:pPr>
              <a:defRPr/>
            </a:pPr>
            <a:r>
              <a:rPr lang="en-US"/>
              <a:t>Department of IT</a:t>
            </a:r>
          </a:p>
        </p:txBody>
      </p:sp>
    </p:spTree>
    <p:extLst>
      <p:ext uri="{BB962C8B-B14F-4D97-AF65-F5344CB8AC3E}">
        <p14:creationId xmlns:p14="http://schemas.microsoft.com/office/powerpoint/2010/main" val="1709893266"/>
      </p:ext>
    </p:extLst>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1143000"/>
            <a:ext cx="7848600" cy="4953000"/>
          </a:xfrm>
        </p:spPr>
        <p:txBody>
          <a:bodyPr/>
          <a:lstStyle/>
          <a:p>
            <a:pPr marL="800100" lvl="3" indent="-342900">
              <a:buFont typeface="Times New Roman" pitchFamily="18" charset="0"/>
              <a:buChar char="‣"/>
              <a:defRPr/>
            </a:pPr>
            <a:r>
              <a:rPr lang="en-US" sz="2200" dirty="0">
                <a:latin typeface="+mn-lt"/>
              </a:rPr>
              <a:t> This process continues until an empty spot is found or rehashing is required.</a:t>
            </a:r>
          </a:p>
          <a:p>
            <a:pPr marL="457200" lvl="3" indent="0">
              <a:buNone/>
              <a:defRPr/>
            </a:pPr>
            <a:endParaRPr lang="en-US" sz="2200" dirty="0">
              <a:latin typeface="+mn-lt"/>
            </a:endParaRPr>
          </a:p>
          <a:p>
            <a:pPr marL="914400" lvl="3" indent="-457200">
              <a:buFont typeface="Arial" panose="020B0604020202020204" pitchFamily="34" charset="0"/>
              <a:buChar char="•"/>
              <a:defRPr/>
            </a:pPr>
            <a:r>
              <a:rPr lang="en-US" sz="2600" b="1" dirty="0">
                <a:latin typeface="+mn-lt"/>
              </a:rPr>
              <a:t>Function 4</a:t>
            </a:r>
            <a:r>
              <a:rPr lang="en-US" sz="2600" dirty="0">
                <a:latin typeface="+mn-lt"/>
              </a:rPr>
              <a:t>: search</a:t>
            </a:r>
          </a:p>
          <a:p>
            <a:pPr marL="914400" lvl="3" indent="-457200">
              <a:defRPr/>
            </a:pPr>
            <a:r>
              <a:rPr lang="en-US" dirty="0">
                <a:latin typeface="+mn-lt"/>
              </a:rPr>
              <a:t>Checks if key is in table1 or table2 with hash1 and hash2.</a:t>
            </a:r>
          </a:p>
          <a:p>
            <a:pPr marL="914400" lvl="3" indent="-457200">
              <a:defRPr/>
            </a:pPr>
            <a:r>
              <a:rPr lang="en-US" dirty="0">
                <a:latin typeface="+mn-lt"/>
              </a:rPr>
              <a:t>It returns Boolean value.</a:t>
            </a:r>
          </a:p>
          <a:p>
            <a:pPr marL="457200" lvl="3" indent="0">
              <a:buNone/>
              <a:defRPr/>
            </a:pPr>
            <a:endParaRPr lang="en-US" dirty="0">
              <a:latin typeface="+mn-lt"/>
            </a:endParaRPr>
          </a:p>
          <a:p>
            <a:pPr marL="914400" lvl="3" indent="-457200">
              <a:buFont typeface="Arial" panose="020B0604020202020204" pitchFamily="34" charset="0"/>
              <a:buChar char="•"/>
              <a:defRPr/>
            </a:pPr>
            <a:r>
              <a:rPr lang="en-US" sz="2600" b="1" dirty="0">
                <a:latin typeface="+mn-lt"/>
              </a:rPr>
              <a:t>Function 5</a:t>
            </a:r>
            <a:r>
              <a:rPr lang="en-US" sz="2600" dirty="0">
                <a:latin typeface="+mn-lt"/>
              </a:rPr>
              <a:t>:display</a:t>
            </a:r>
          </a:p>
          <a:p>
            <a:pPr marL="914400" lvl="3" indent="-457200">
              <a:defRPr/>
            </a:pPr>
            <a:r>
              <a:rPr lang="en-US" dirty="0">
                <a:latin typeface="+mn-lt"/>
              </a:rPr>
              <a:t>Prints both tables, showing(.)for empty slots and displays the current load factor.</a:t>
            </a:r>
          </a:p>
          <a:p>
            <a:pPr marL="457200" lvl="3" indent="0">
              <a:buNone/>
              <a:defRPr/>
            </a:pPr>
            <a:endParaRPr lang="en-US" sz="2200" dirty="0">
              <a:latin typeface="+mn-lt"/>
            </a:endParaRPr>
          </a:p>
          <a:p>
            <a:pPr marL="457200" lvl="3" indent="0">
              <a:buFontTx/>
              <a:buNone/>
              <a:defRPr/>
            </a:pPr>
            <a:r>
              <a:rPr lang="en-US" sz="2200" dirty="0">
                <a:latin typeface="+mn-lt"/>
              </a:rPr>
              <a:t>	</a:t>
            </a:r>
          </a:p>
          <a:p>
            <a:pPr marL="457200" lvl="3" indent="0">
              <a:buFontTx/>
              <a:buNone/>
              <a:defRPr/>
            </a:pPr>
            <a:endParaRPr lang="en-US" sz="2200" dirty="0">
              <a:latin typeface="+mn-lt"/>
            </a:endParaRPr>
          </a:p>
          <a:p>
            <a:pPr marL="457200" lvl="3" indent="0">
              <a:buFontTx/>
              <a:buNone/>
              <a:defRPr/>
            </a:pPr>
            <a:endParaRPr lang="en-US" sz="1800" dirty="0">
              <a:latin typeface="+mn-lt"/>
            </a:endParaRPr>
          </a:p>
          <a:p>
            <a:pPr>
              <a:defRPr/>
            </a:pPr>
            <a:endParaRPr lang="en-US" dirty="0"/>
          </a:p>
        </p:txBody>
      </p:sp>
      <p:sp>
        <p:nvSpPr>
          <p:cNvPr id="34819"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Verdana" pitchFamily="34" charset="0"/>
              </a:defRPr>
            </a:lvl1pPr>
            <a:lvl2pPr marL="742950" indent="-285750" eaLnBrk="0" hangingPunct="0">
              <a:defRPr sz="1400" b="1">
                <a:solidFill>
                  <a:schemeClr val="tx1"/>
                </a:solidFill>
                <a:latin typeface="Verdana" pitchFamily="34" charset="0"/>
              </a:defRPr>
            </a:lvl2pPr>
            <a:lvl3pPr marL="1143000" indent="-228600" eaLnBrk="0" hangingPunct="0">
              <a:defRPr sz="1400" b="1">
                <a:solidFill>
                  <a:schemeClr val="tx1"/>
                </a:solidFill>
                <a:latin typeface="Verdana" pitchFamily="34" charset="0"/>
              </a:defRPr>
            </a:lvl3pPr>
            <a:lvl4pPr marL="1600200" indent="-228600" eaLnBrk="0" hangingPunct="0">
              <a:defRPr sz="1400" b="1">
                <a:solidFill>
                  <a:schemeClr val="tx1"/>
                </a:solidFill>
                <a:latin typeface="Verdana" pitchFamily="34" charset="0"/>
              </a:defRPr>
            </a:lvl4pPr>
            <a:lvl5pPr marL="2057400" indent="-228600" eaLnBrk="0" hangingPunct="0">
              <a:defRPr sz="1400" b="1">
                <a:solidFill>
                  <a:schemeClr val="tx1"/>
                </a:solidFill>
                <a:latin typeface="Verdana" pitchFamily="34" charset="0"/>
              </a:defRPr>
            </a:lvl5pPr>
            <a:lvl6pPr marL="2514600" indent="-228600" eaLnBrk="0" fontAlgn="base" hangingPunct="0">
              <a:spcBef>
                <a:spcPct val="20000"/>
              </a:spcBef>
              <a:spcAft>
                <a:spcPct val="0"/>
              </a:spcAft>
              <a:buChar char="•"/>
              <a:defRPr sz="1400" b="1">
                <a:solidFill>
                  <a:schemeClr val="tx1"/>
                </a:solidFill>
                <a:latin typeface="Verdana" pitchFamily="34" charset="0"/>
              </a:defRPr>
            </a:lvl6pPr>
            <a:lvl7pPr marL="2971800" indent="-228600" eaLnBrk="0" fontAlgn="base" hangingPunct="0">
              <a:spcBef>
                <a:spcPct val="20000"/>
              </a:spcBef>
              <a:spcAft>
                <a:spcPct val="0"/>
              </a:spcAft>
              <a:buChar char="•"/>
              <a:defRPr sz="1400" b="1">
                <a:solidFill>
                  <a:schemeClr val="tx1"/>
                </a:solidFill>
                <a:latin typeface="Verdana" pitchFamily="34" charset="0"/>
              </a:defRPr>
            </a:lvl7pPr>
            <a:lvl8pPr marL="3429000" indent="-228600" eaLnBrk="0" fontAlgn="base" hangingPunct="0">
              <a:spcBef>
                <a:spcPct val="20000"/>
              </a:spcBef>
              <a:spcAft>
                <a:spcPct val="0"/>
              </a:spcAft>
              <a:buChar char="•"/>
              <a:defRPr sz="1400" b="1">
                <a:solidFill>
                  <a:schemeClr val="tx1"/>
                </a:solidFill>
                <a:latin typeface="Verdana" pitchFamily="34" charset="0"/>
              </a:defRPr>
            </a:lvl8pPr>
            <a:lvl9pPr marL="3886200" indent="-228600" eaLnBrk="0" fontAlgn="base" hangingPunct="0">
              <a:spcBef>
                <a:spcPct val="20000"/>
              </a:spcBef>
              <a:spcAft>
                <a:spcPct val="0"/>
              </a:spcAft>
              <a:buChar char="•"/>
              <a:defRPr sz="1400" b="1">
                <a:solidFill>
                  <a:schemeClr val="tx1"/>
                </a:solidFill>
                <a:latin typeface="Verdana" pitchFamily="34" charset="0"/>
              </a:defRPr>
            </a:lvl9pPr>
          </a:lstStyle>
          <a:p>
            <a:pPr eaLnBrk="1" hangingPunct="1"/>
            <a:r>
              <a:rPr lang="en-US" b="0">
                <a:solidFill>
                  <a:srgbClr val="0000FF"/>
                </a:solidFill>
                <a:latin typeface="Arial" charset="0"/>
              </a:rPr>
              <a:t>Department of IT</a:t>
            </a:r>
          </a:p>
        </p:txBody>
      </p:sp>
      <p:sp>
        <p:nvSpPr>
          <p:cNvPr id="5" name="Title 1"/>
          <p:cNvSpPr>
            <a:spLocks noGrp="1"/>
          </p:cNvSpPr>
          <p:nvPr>
            <p:ph type="title"/>
          </p:nvPr>
        </p:nvSpPr>
        <p:spPr>
          <a:xfrm>
            <a:off x="1295400" y="381000"/>
            <a:ext cx="7010400" cy="762000"/>
          </a:xfrm>
        </p:spPr>
        <p:txBody>
          <a:bodyPr/>
          <a:lstStyle/>
          <a:p>
            <a:pPr algn="l">
              <a:defRPr/>
            </a:pPr>
            <a:r>
              <a:rPr lang="en-US" sz="3600" dirty="0">
                <a:latin typeface="+mn-lt"/>
              </a:rPr>
              <a:t>Contd...</a:t>
            </a:r>
          </a:p>
        </p:txBody>
      </p:sp>
    </p:spTree>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1447800"/>
            <a:ext cx="7772400" cy="4572000"/>
          </a:xfrm>
        </p:spPr>
        <p:txBody>
          <a:bodyPr/>
          <a:lstStyle/>
          <a:p>
            <a:r>
              <a:rPr lang="en-US" sz="2600" b="1" dirty="0">
                <a:latin typeface="+mn-lt"/>
              </a:rPr>
              <a:t>Function 6</a:t>
            </a:r>
            <a:r>
              <a:rPr lang="en-US" sz="2600" dirty="0">
                <a:latin typeface="+mn-lt"/>
              </a:rPr>
              <a:t>: </a:t>
            </a:r>
            <a:r>
              <a:rPr lang="en-US" sz="2600" dirty="0" err="1">
                <a:latin typeface="+mn-lt"/>
              </a:rPr>
              <a:t>checkpairwiseuncorrelation</a:t>
            </a:r>
            <a:endParaRPr lang="en-US" sz="2600" dirty="0">
              <a:latin typeface="+mn-lt"/>
            </a:endParaRPr>
          </a:p>
          <a:p>
            <a:r>
              <a:rPr lang="en-US" sz="2600" dirty="0">
                <a:latin typeface="+mn-lt"/>
              </a:rPr>
              <a:t>Parameter used:</a:t>
            </a:r>
          </a:p>
          <a:p>
            <a:pPr lvl="1">
              <a:buFont typeface="Times New Roman" pitchFamily="18" charset="0"/>
              <a:buChar char="*"/>
            </a:pPr>
            <a:r>
              <a:rPr lang="en-US" sz="2200" dirty="0">
                <a:latin typeface="+mn-lt"/>
              </a:rPr>
              <a:t>index1 </a:t>
            </a:r>
            <a:r>
              <a:rPr lang="en-US" sz="2200" dirty="0">
                <a:latin typeface="+mn-lt"/>
                <a:sym typeface="Wingdings" pitchFamily="2" charset="2"/>
              </a:rPr>
              <a:t></a:t>
            </a:r>
            <a:r>
              <a:rPr lang="en-US" sz="2200" dirty="0">
                <a:latin typeface="+mn-lt"/>
              </a:rPr>
              <a:t> index of element 1</a:t>
            </a:r>
          </a:p>
          <a:p>
            <a:pPr lvl="1">
              <a:buFont typeface="Times New Roman" pitchFamily="18" charset="0"/>
              <a:buChar char="*"/>
            </a:pPr>
            <a:r>
              <a:rPr lang="en-US" sz="2200" dirty="0">
                <a:latin typeface="+mn-lt"/>
              </a:rPr>
              <a:t>index2 </a:t>
            </a:r>
            <a:r>
              <a:rPr lang="en-US" sz="2200" dirty="0">
                <a:latin typeface="+mn-lt"/>
                <a:sym typeface="Wingdings" pitchFamily="2" charset="2"/>
              </a:rPr>
              <a:t></a:t>
            </a:r>
            <a:r>
              <a:rPr lang="en-US" sz="2200" dirty="0">
                <a:latin typeface="+mn-lt"/>
              </a:rPr>
              <a:t> index of element 2</a:t>
            </a:r>
          </a:p>
          <a:p>
            <a:pPr lvl="1">
              <a:buFont typeface="Times New Roman" pitchFamily="18" charset="0"/>
              <a:buChar char="*"/>
            </a:pPr>
            <a:r>
              <a:rPr lang="en-US" sz="2200" dirty="0">
                <a:latin typeface="+mn-lt"/>
              </a:rPr>
              <a:t>tablenum1</a:t>
            </a:r>
            <a:r>
              <a:rPr lang="en-US" sz="2200" dirty="0">
                <a:latin typeface="+mn-lt"/>
                <a:sym typeface="Wingdings" pitchFamily="2" charset="2"/>
              </a:rPr>
              <a:t></a:t>
            </a:r>
            <a:r>
              <a:rPr lang="en-US" sz="2200" dirty="0">
                <a:latin typeface="+mn-lt"/>
              </a:rPr>
              <a:t> number indicating the first entered table</a:t>
            </a:r>
          </a:p>
          <a:p>
            <a:pPr lvl="1">
              <a:buFont typeface="Times New Roman" pitchFamily="18" charset="0"/>
              <a:buChar char="*"/>
            </a:pPr>
            <a:r>
              <a:rPr lang="en-US" sz="2200" dirty="0">
                <a:latin typeface="+mn-lt"/>
              </a:rPr>
              <a:t>tablenum2</a:t>
            </a:r>
            <a:r>
              <a:rPr lang="en-US" sz="2200" dirty="0">
                <a:latin typeface="+mn-lt"/>
                <a:sym typeface="Wingdings" pitchFamily="2" charset="2"/>
              </a:rPr>
              <a:t></a:t>
            </a:r>
            <a:r>
              <a:rPr lang="en-US" sz="2200" dirty="0">
                <a:latin typeface="+mn-lt"/>
              </a:rPr>
              <a:t> number indicating the second entered table</a:t>
            </a:r>
          </a:p>
          <a:p>
            <a:r>
              <a:rPr lang="en-US" sz="2600" dirty="0">
                <a:latin typeface="+mn-lt"/>
              </a:rPr>
              <a:t>Steps: </a:t>
            </a:r>
          </a:p>
          <a:p>
            <a:pPr lvl="1"/>
            <a:r>
              <a:rPr lang="en-US" sz="2200" dirty="0">
                <a:latin typeface="+mn-lt"/>
              </a:rPr>
              <a:t>This function calculates a pairwise expectation for the element in the specified table and index.</a:t>
            </a:r>
          </a:p>
          <a:p>
            <a:pPr lvl="1"/>
            <a:r>
              <a:rPr lang="en-US" sz="2200" dirty="0">
                <a:latin typeface="+mn-lt"/>
              </a:rPr>
              <a:t>Checking the conditions:</a:t>
            </a:r>
          </a:p>
          <a:p>
            <a:pPr lvl="2">
              <a:buFont typeface="Wingdings" panose="05000000000000000000" pitchFamily="2" charset="2"/>
              <a:buChar char="§"/>
            </a:pPr>
            <a:r>
              <a:rPr lang="en-US" sz="2200" dirty="0">
                <a:latin typeface="+mn-lt"/>
              </a:rPr>
              <a:t>  tablinum&gt;=0</a:t>
            </a:r>
          </a:p>
          <a:p>
            <a:pPr marL="457200" lvl="1" indent="0">
              <a:buNone/>
            </a:pPr>
            <a:endParaRPr lang="en-US" sz="2200" dirty="0">
              <a:latin typeface="+mn-lt"/>
            </a:endParaRPr>
          </a:p>
          <a:p>
            <a:pPr marL="914400" lvl="2" indent="0">
              <a:buNone/>
            </a:pPr>
            <a:endParaRPr lang="en-US" sz="2200" dirty="0">
              <a:latin typeface="+mn-lt"/>
            </a:endParaRPr>
          </a:p>
          <a:p>
            <a:pPr lvl="1"/>
            <a:endParaRPr lang="en-US" sz="2200" dirty="0">
              <a:latin typeface="+mn-lt"/>
            </a:endParaRPr>
          </a:p>
        </p:txBody>
      </p:sp>
      <p:sp>
        <p:nvSpPr>
          <p:cNvPr id="4" name="Footer Placeholder 3"/>
          <p:cNvSpPr>
            <a:spLocks noGrp="1"/>
          </p:cNvSpPr>
          <p:nvPr>
            <p:ph type="ftr" sz="quarter" idx="10"/>
          </p:nvPr>
        </p:nvSpPr>
        <p:spPr/>
        <p:txBody>
          <a:bodyPr/>
          <a:lstStyle/>
          <a:p>
            <a:pPr>
              <a:defRPr/>
            </a:pPr>
            <a:r>
              <a:rPr lang="en-US" dirty="0"/>
              <a:t>Department of IT</a:t>
            </a:r>
          </a:p>
        </p:txBody>
      </p:sp>
      <p:sp>
        <p:nvSpPr>
          <p:cNvPr id="5" name="Title 1"/>
          <p:cNvSpPr>
            <a:spLocks noGrp="1"/>
          </p:cNvSpPr>
          <p:nvPr>
            <p:ph type="title"/>
          </p:nvPr>
        </p:nvSpPr>
        <p:spPr>
          <a:xfrm>
            <a:off x="1371600" y="609600"/>
            <a:ext cx="7086600" cy="685800"/>
          </a:xfrm>
        </p:spPr>
        <p:txBody>
          <a:bodyPr/>
          <a:lstStyle/>
          <a:p>
            <a:pPr algn="l"/>
            <a:r>
              <a:rPr lang="en-US" sz="3600" dirty="0">
                <a:latin typeface="+mj-lt"/>
              </a:rPr>
              <a:t>Contd...</a:t>
            </a:r>
          </a:p>
        </p:txBody>
      </p:sp>
    </p:spTree>
    <p:extLst>
      <p:ext uri="{BB962C8B-B14F-4D97-AF65-F5344CB8AC3E}">
        <p14:creationId xmlns:p14="http://schemas.microsoft.com/office/powerpoint/2010/main" val="1894077414"/>
      </p:ext>
    </p:extLst>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BC5C1-951E-E4AE-C17C-6890805A102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3DBB87-078E-9F7D-613F-F4AE195F4FDE}"/>
              </a:ext>
            </a:extLst>
          </p:cNvPr>
          <p:cNvSpPr>
            <a:spLocks noGrp="1"/>
          </p:cNvSpPr>
          <p:nvPr>
            <p:ph idx="1"/>
          </p:nvPr>
        </p:nvSpPr>
        <p:spPr>
          <a:xfrm>
            <a:off x="1066800" y="1447800"/>
            <a:ext cx="7772400" cy="4572000"/>
          </a:xfrm>
        </p:spPr>
        <p:txBody>
          <a:bodyPr/>
          <a:lstStyle/>
          <a:p>
            <a:pPr marL="0" indent="0">
              <a:lnSpc>
                <a:spcPct val="115000"/>
              </a:lnSpc>
              <a:spcAft>
                <a:spcPts val="1000"/>
              </a:spcAft>
              <a:buNone/>
            </a:pPr>
            <a:r>
              <a:rPr lang="en-US" sz="2400" b="1" dirty="0">
                <a:effectLst/>
                <a:latin typeface="+mn-lt"/>
                <a:ea typeface="Calibri" panose="020F0502020204030204" pitchFamily="34" charset="0"/>
                <a:cs typeface="Times New Roman" panose="02020603050405020304" pitchFamily="18" charset="0"/>
              </a:rPr>
              <a:t>Overview:</a:t>
            </a:r>
            <a:endParaRPr lang="en-IN" sz="2400" b="1" dirty="0">
              <a:effectLst/>
              <a:latin typeface="+mn-lt"/>
              <a:ea typeface="Calibri" panose="020F0502020204030204" pitchFamily="34" charset="0"/>
              <a:cs typeface="Times New Roman" panose="02020603050405020304" pitchFamily="18" charset="0"/>
            </a:endParaRPr>
          </a:p>
          <a:p>
            <a:pPr marL="0" indent="0">
              <a:lnSpc>
                <a:spcPct val="115000"/>
              </a:lnSpc>
              <a:spcAft>
                <a:spcPts val="1000"/>
              </a:spcAft>
              <a:buNone/>
            </a:pPr>
            <a:r>
              <a:rPr lang="en-US" sz="2000" dirty="0">
                <a:effectLst/>
                <a:latin typeface="+mn-lt"/>
                <a:ea typeface="Calibri" panose="020F0502020204030204" pitchFamily="34" charset="0"/>
                <a:cs typeface="Times New Roman" panose="02020603050405020304" pitchFamily="18" charset="0"/>
              </a:rPr>
              <a:t>A Cuckoo Hash Table is a data structure used to store keys (or unique items) for quick access. It uses two hash functions to map keys to two different tables. This technique helps manage collisions (when two keys attempt to occupy the same space) efficiently.</a:t>
            </a:r>
          </a:p>
          <a:p>
            <a:pPr marL="0" indent="0">
              <a:lnSpc>
                <a:spcPct val="115000"/>
              </a:lnSpc>
              <a:spcAft>
                <a:spcPts val="1000"/>
              </a:spcAft>
              <a:buNone/>
            </a:pPr>
            <a:r>
              <a:rPr lang="en-US" sz="2400" b="1" dirty="0">
                <a:latin typeface="+mj-lt"/>
                <a:ea typeface="Calibri" panose="020F0502020204030204" pitchFamily="34" charset="0"/>
                <a:cs typeface="Times New Roman" panose="02020603050405020304" pitchFamily="18" charset="0"/>
              </a:rPr>
              <a:t>STEP 1-</a:t>
            </a:r>
            <a:r>
              <a:rPr lang="en-US" sz="2400" b="1" dirty="0">
                <a:effectLst/>
                <a:latin typeface="+mj-lt"/>
                <a:ea typeface="Calibri" panose="020F0502020204030204" pitchFamily="34" charset="0"/>
                <a:cs typeface="Times New Roman" panose="02020603050405020304" pitchFamily="18" charset="0"/>
              </a:rPr>
              <a:t> Class Setup:</a:t>
            </a:r>
            <a:endParaRPr lang="en-IN" sz="2400" b="1" dirty="0">
              <a:effectLst/>
              <a:latin typeface="+mj-lt"/>
              <a:ea typeface="Calibri" panose="020F0502020204030204" pitchFamily="34" charset="0"/>
              <a:cs typeface="Times New Roman" panose="02020603050405020304" pitchFamily="18" charset="0"/>
            </a:endParaRPr>
          </a:p>
          <a:p>
            <a:pPr marL="0" indent="0">
              <a:lnSpc>
                <a:spcPct val="115000"/>
              </a:lnSpc>
              <a:spcAft>
                <a:spcPts val="1000"/>
              </a:spcAft>
              <a:buNone/>
            </a:pPr>
            <a:r>
              <a:rPr lang="en-US" sz="2000" dirty="0">
                <a:effectLst/>
                <a:latin typeface="+mj-lt"/>
                <a:ea typeface="Calibri" panose="020F0502020204030204" pitchFamily="34" charset="0"/>
                <a:cs typeface="Times New Roman" panose="02020603050405020304" pitchFamily="18" charset="0"/>
              </a:rPr>
              <a:t>- The Cuckoo Hash Table consists of two arrays (or tables) for storage, both of which have a fixed size. </a:t>
            </a:r>
            <a:endParaRPr lang="en-IN" sz="2000" dirty="0">
              <a:effectLst/>
              <a:latin typeface="+mj-lt"/>
              <a:ea typeface="Calibri" panose="020F0502020204030204" pitchFamily="34" charset="0"/>
              <a:cs typeface="Times New Roman" panose="02020603050405020304" pitchFamily="18" charset="0"/>
            </a:endParaRPr>
          </a:p>
          <a:p>
            <a:pPr marL="0" indent="0">
              <a:lnSpc>
                <a:spcPct val="115000"/>
              </a:lnSpc>
              <a:spcAft>
                <a:spcPts val="1000"/>
              </a:spcAft>
              <a:buNone/>
            </a:pPr>
            <a:r>
              <a:rPr lang="en-US" sz="2000" dirty="0">
                <a:effectLst/>
                <a:latin typeface="+mj-lt"/>
                <a:ea typeface="Calibri" panose="020F0502020204030204" pitchFamily="34" charset="0"/>
                <a:cs typeface="Times New Roman" panose="02020603050405020304" pitchFamily="18" charset="0"/>
              </a:rPr>
              <a:t>- It also keeps track of the current number of elements and has a predefined constant to indicate empty slots.</a:t>
            </a:r>
            <a:endParaRPr lang="en-IN" sz="2000" dirty="0">
              <a:effectLst/>
              <a:latin typeface="+mj-lt"/>
              <a:ea typeface="Calibri" panose="020F0502020204030204" pitchFamily="34" charset="0"/>
              <a:cs typeface="Times New Roman" panose="02020603050405020304" pitchFamily="18" charset="0"/>
            </a:endParaRPr>
          </a:p>
          <a:p>
            <a:pPr marL="0" indent="0">
              <a:lnSpc>
                <a:spcPct val="115000"/>
              </a:lnSpc>
              <a:spcAft>
                <a:spcPts val="10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buNone/>
            </a:pPr>
            <a:endParaRPr lang="en-US" sz="2200" dirty="0">
              <a:latin typeface="+mn-lt"/>
            </a:endParaRPr>
          </a:p>
          <a:p>
            <a:pPr marL="914400" lvl="2" indent="0">
              <a:buNone/>
            </a:pPr>
            <a:endParaRPr lang="en-US" sz="2200" dirty="0">
              <a:latin typeface="+mn-lt"/>
            </a:endParaRPr>
          </a:p>
          <a:p>
            <a:pPr lvl="1"/>
            <a:endParaRPr lang="en-US" sz="2200" dirty="0">
              <a:latin typeface="+mn-lt"/>
            </a:endParaRPr>
          </a:p>
        </p:txBody>
      </p:sp>
      <p:sp>
        <p:nvSpPr>
          <p:cNvPr id="4" name="Footer Placeholder 3">
            <a:extLst>
              <a:ext uri="{FF2B5EF4-FFF2-40B4-BE49-F238E27FC236}">
                <a16:creationId xmlns:a16="http://schemas.microsoft.com/office/drawing/2014/main" id="{6611C94C-08CC-6BA8-609D-C45E9D39F7CD}"/>
              </a:ext>
            </a:extLst>
          </p:cNvPr>
          <p:cNvSpPr>
            <a:spLocks noGrp="1"/>
          </p:cNvSpPr>
          <p:nvPr>
            <p:ph type="ftr" sz="quarter" idx="10"/>
          </p:nvPr>
        </p:nvSpPr>
        <p:spPr/>
        <p:txBody>
          <a:bodyPr/>
          <a:lstStyle/>
          <a:p>
            <a:pPr>
              <a:defRPr/>
            </a:pPr>
            <a:r>
              <a:rPr lang="en-US" dirty="0"/>
              <a:t>Department of IT</a:t>
            </a:r>
          </a:p>
        </p:txBody>
      </p:sp>
      <p:sp>
        <p:nvSpPr>
          <p:cNvPr id="5" name="Title 1">
            <a:extLst>
              <a:ext uri="{FF2B5EF4-FFF2-40B4-BE49-F238E27FC236}">
                <a16:creationId xmlns:a16="http://schemas.microsoft.com/office/drawing/2014/main" id="{1D14DCFF-96B6-729E-2409-7AE789EF04C3}"/>
              </a:ext>
            </a:extLst>
          </p:cNvPr>
          <p:cNvSpPr>
            <a:spLocks noGrp="1"/>
          </p:cNvSpPr>
          <p:nvPr>
            <p:ph type="title"/>
          </p:nvPr>
        </p:nvSpPr>
        <p:spPr>
          <a:xfrm>
            <a:off x="1371600" y="609600"/>
            <a:ext cx="7086600" cy="685800"/>
          </a:xfrm>
        </p:spPr>
        <p:txBody>
          <a:bodyPr/>
          <a:lstStyle/>
          <a:p>
            <a:pPr algn="l"/>
            <a:r>
              <a:rPr lang="en-US" sz="3600" dirty="0">
                <a:latin typeface="+mj-lt"/>
              </a:rPr>
              <a:t>Algorithm and implementation</a:t>
            </a:r>
          </a:p>
        </p:txBody>
      </p:sp>
    </p:spTree>
    <p:extLst>
      <p:ext uri="{BB962C8B-B14F-4D97-AF65-F5344CB8AC3E}">
        <p14:creationId xmlns:p14="http://schemas.microsoft.com/office/powerpoint/2010/main" val="1905028951"/>
      </p:ext>
    </p:extLst>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52439-D9F5-F845-480C-1E331BDD9E6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89F5CB-EAF4-08D2-B9D0-FD6E525A5A92}"/>
              </a:ext>
            </a:extLst>
          </p:cNvPr>
          <p:cNvSpPr>
            <a:spLocks noGrp="1"/>
          </p:cNvSpPr>
          <p:nvPr>
            <p:ph idx="1"/>
          </p:nvPr>
        </p:nvSpPr>
        <p:spPr>
          <a:xfrm>
            <a:off x="930088" y="820270"/>
            <a:ext cx="7772400" cy="4572000"/>
          </a:xfrm>
        </p:spPr>
        <p:txBody>
          <a:bodyPr/>
          <a:lstStyle/>
          <a:p>
            <a:pPr marL="0" indent="0">
              <a:lnSpc>
                <a:spcPct val="115000"/>
              </a:lnSpc>
              <a:spcAft>
                <a:spcPts val="1000"/>
              </a:spcAft>
              <a:buNone/>
            </a:pPr>
            <a:r>
              <a:rPr lang="en-US" sz="2400" b="1" dirty="0">
                <a:effectLst/>
                <a:latin typeface="+mj-lt"/>
                <a:ea typeface="Calibri" panose="020F0502020204030204" pitchFamily="34" charset="0"/>
                <a:cs typeface="Times New Roman" panose="02020603050405020304" pitchFamily="18" charset="0"/>
              </a:rPr>
              <a:t>STEP 2- Initializing the Hash Table:</a:t>
            </a:r>
            <a:endParaRPr lang="en-IN" sz="2400" b="1" dirty="0">
              <a:effectLst/>
              <a:latin typeface="+mj-lt"/>
              <a:ea typeface="Calibri" panose="020F0502020204030204" pitchFamily="34" charset="0"/>
              <a:cs typeface="Times New Roman" panose="02020603050405020304" pitchFamily="18" charset="0"/>
            </a:endParaRPr>
          </a:p>
          <a:p>
            <a:pPr marL="0" indent="0">
              <a:lnSpc>
                <a:spcPct val="115000"/>
              </a:lnSpc>
              <a:spcAft>
                <a:spcPts val="1000"/>
              </a:spcAft>
              <a:buNone/>
            </a:pPr>
            <a:r>
              <a:rPr lang="en-US" sz="2000" dirty="0">
                <a:effectLst/>
                <a:latin typeface="+mj-lt"/>
                <a:ea typeface="Calibri" panose="020F0502020204030204" pitchFamily="34" charset="0"/>
                <a:cs typeface="Times New Roman" panose="02020603050405020304" pitchFamily="18" charset="0"/>
              </a:rPr>
              <a:t>- When creating the Cuckoo Hash Table, you specify the initial size for both tables. This size should be a power of two (like 2, 4, 8, etc.) for optimal performance.</a:t>
            </a:r>
            <a:endParaRPr lang="en-IN" sz="2000" dirty="0">
              <a:effectLst/>
              <a:latin typeface="+mj-lt"/>
              <a:ea typeface="Calibri" panose="020F0502020204030204" pitchFamily="34" charset="0"/>
              <a:cs typeface="Times New Roman" panose="02020603050405020304" pitchFamily="18" charset="0"/>
            </a:endParaRPr>
          </a:p>
          <a:p>
            <a:pPr>
              <a:buFontTx/>
              <a:buChar char="-"/>
            </a:pPr>
            <a:r>
              <a:rPr lang="en-US" sz="2000" dirty="0">
                <a:effectLst/>
                <a:latin typeface="+mj-lt"/>
                <a:ea typeface="Calibri" panose="020F0502020204030204" pitchFamily="34" charset="0"/>
                <a:cs typeface="Times New Roman" panose="02020603050405020304" pitchFamily="18" charset="0"/>
              </a:rPr>
              <a:t>Both tables are set to empty at the beginning.</a:t>
            </a:r>
          </a:p>
          <a:p>
            <a:pPr marL="0" indent="0">
              <a:lnSpc>
                <a:spcPct val="115000"/>
              </a:lnSpc>
              <a:spcAft>
                <a:spcPts val="1000"/>
              </a:spcAft>
              <a:buNone/>
            </a:pPr>
            <a:r>
              <a:rPr lang="en-US" sz="2400" b="1" dirty="0">
                <a:latin typeface="+mj-lt"/>
                <a:ea typeface="Calibri" panose="020F0502020204030204" pitchFamily="34" charset="0"/>
                <a:cs typeface="Times New Roman" panose="02020603050405020304" pitchFamily="18" charset="0"/>
              </a:rPr>
              <a:t> STEP 3-</a:t>
            </a:r>
            <a:r>
              <a:rPr lang="en-US" sz="2400" b="1" dirty="0">
                <a:effectLst/>
                <a:latin typeface="+mj-lt"/>
                <a:ea typeface="Calibri" panose="020F0502020204030204" pitchFamily="34" charset="0"/>
                <a:cs typeface="Times New Roman" panose="02020603050405020304" pitchFamily="18" charset="0"/>
              </a:rPr>
              <a:t> Hash Functions:</a:t>
            </a:r>
            <a:endParaRPr lang="en-IN" sz="2400" b="1" dirty="0">
              <a:effectLst/>
              <a:latin typeface="+mj-lt"/>
              <a:ea typeface="Calibri" panose="020F0502020204030204" pitchFamily="34" charset="0"/>
              <a:cs typeface="Times New Roman" panose="02020603050405020304" pitchFamily="18" charset="0"/>
            </a:endParaRPr>
          </a:p>
          <a:p>
            <a:pPr marL="0" indent="0">
              <a:lnSpc>
                <a:spcPct val="115000"/>
              </a:lnSpc>
              <a:spcAft>
                <a:spcPts val="1000"/>
              </a:spcAft>
              <a:buNone/>
            </a:pPr>
            <a:r>
              <a:rPr lang="en-US" sz="2000" dirty="0">
                <a:effectLst/>
                <a:latin typeface="+mj-lt"/>
                <a:ea typeface="Calibri" panose="020F0502020204030204" pitchFamily="34" charset="0"/>
                <a:cs typeface="Times New Roman" panose="02020603050405020304" pitchFamily="18" charset="0"/>
              </a:rPr>
              <a:t>- The algorithm defines two hash functions:</a:t>
            </a:r>
            <a:endParaRPr lang="en-IN" sz="2000" dirty="0">
              <a:effectLst/>
              <a:latin typeface="+mj-lt"/>
              <a:ea typeface="Calibri" panose="020F0502020204030204" pitchFamily="34" charset="0"/>
              <a:cs typeface="Times New Roman" panose="02020603050405020304" pitchFamily="18" charset="0"/>
            </a:endParaRPr>
          </a:p>
          <a:p>
            <a:pPr marL="0" indent="0">
              <a:lnSpc>
                <a:spcPct val="115000"/>
              </a:lnSpc>
              <a:spcAft>
                <a:spcPts val="1000"/>
              </a:spcAft>
              <a:buNone/>
            </a:pPr>
            <a:r>
              <a:rPr lang="en-US" sz="2000" dirty="0">
                <a:effectLst/>
                <a:latin typeface="+mj-lt"/>
                <a:ea typeface="Calibri" panose="020F0502020204030204" pitchFamily="34" charset="0"/>
                <a:cs typeface="Times New Roman" panose="02020603050405020304" pitchFamily="18" charset="0"/>
              </a:rPr>
              <a:t>  - First Hash Function: This function takes a key and calculates an index in the first table using a modulo operation.</a:t>
            </a:r>
            <a:endParaRPr lang="en-IN" sz="2000" dirty="0">
              <a:effectLst/>
              <a:latin typeface="+mj-lt"/>
              <a:ea typeface="Calibri" panose="020F0502020204030204" pitchFamily="34" charset="0"/>
              <a:cs typeface="Times New Roman" panose="02020603050405020304" pitchFamily="18" charset="0"/>
            </a:endParaRPr>
          </a:p>
          <a:p>
            <a:pPr marL="0" indent="0">
              <a:lnSpc>
                <a:spcPct val="115000"/>
              </a:lnSpc>
              <a:spcAft>
                <a:spcPts val="1000"/>
              </a:spcAft>
              <a:buNone/>
            </a:pPr>
            <a:r>
              <a:rPr lang="en-US" sz="2000" dirty="0">
                <a:effectLst/>
                <a:latin typeface="+mj-lt"/>
                <a:ea typeface="Calibri" panose="020F0502020204030204" pitchFamily="34" charset="0"/>
                <a:cs typeface="Times New Roman" panose="02020603050405020304" pitchFamily="18" charset="0"/>
              </a:rPr>
              <a:t>  - Second Hash Function: This function calculates an index in the second table using a different method, involving XOR operation with a constant and modulo.</a:t>
            </a:r>
            <a:endParaRPr lang="en-IN" sz="2000" dirty="0">
              <a:effectLst/>
              <a:latin typeface="+mj-lt"/>
              <a:ea typeface="Calibri" panose="020F0502020204030204" pitchFamily="34" charset="0"/>
              <a:cs typeface="Times New Roman" panose="02020603050405020304" pitchFamily="18" charset="0"/>
            </a:endParaRPr>
          </a:p>
          <a:p>
            <a:pPr marL="0" indent="0">
              <a:buNone/>
            </a:pPr>
            <a:endParaRPr lang="en-US" sz="2200" dirty="0">
              <a:latin typeface="+mn-lt"/>
            </a:endParaRPr>
          </a:p>
          <a:p>
            <a:pPr marL="914400" lvl="2" indent="0">
              <a:buNone/>
            </a:pPr>
            <a:endParaRPr lang="en-US" sz="2200" dirty="0">
              <a:latin typeface="+mn-lt"/>
            </a:endParaRPr>
          </a:p>
          <a:p>
            <a:pPr marL="457200" lvl="1" indent="0">
              <a:buNone/>
            </a:pPr>
            <a:endParaRPr lang="en-US" sz="2200" dirty="0">
              <a:latin typeface="+mn-lt"/>
            </a:endParaRPr>
          </a:p>
        </p:txBody>
      </p:sp>
      <p:sp>
        <p:nvSpPr>
          <p:cNvPr id="4" name="Footer Placeholder 3">
            <a:extLst>
              <a:ext uri="{FF2B5EF4-FFF2-40B4-BE49-F238E27FC236}">
                <a16:creationId xmlns:a16="http://schemas.microsoft.com/office/drawing/2014/main" id="{52975912-94E5-DE45-7098-80496BB9190A}"/>
              </a:ext>
            </a:extLst>
          </p:cNvPr>
          <p:cNvSpPr>
            <a:spLocks noGrp="1"/>
          </p:cNvSpPr>
          <p:nvPr>
            <p:ph type="ftr" sz="quarter" idx="10"/>
          </p:nvPr>
        </p:nvSpPr>
        <p:spPr/>
        <p:txBody>
          <a:bodyPr/>
          <a:lstStyle/>
          <a:p>
            <a:pPr>
              <a:defRPr/>
            </a:pPr>
            <a:r>
              <a:rPr lang="en-US" dirty="0"/>
              <a:t>Department of IT</a:t>
            </a:r>
          </a:p>
        </p:txBody>
      </p:sp>
      <p:sp>
        <p:nvSpPr>
          <p:cNvPr id="5" name="Title 1">
            <a:extLst>
              <a:ext uri="{FF2B5EF4-FFF2-40B4-BE49-F238E27FC236}">
                <a16:creationId xmlns:a16="http://schemas.microsoft.com/office/drawing/2014/main" id="{090AA59E-F394-8BCE-CC9C-0FCDAEDD9A7F}"/>
              </a:ext>
            </a:extLst>
          </p:cNvPr>
          <p:cNvSpPr>
            <a:spLocks noGrp="1"/>
          </p:cNvSpPr>
          <p:nvPr>
            <p:ph type="title"/>
          </p:nvPr>
        </p:nvSpPr>
        <p:spPr>
          <a:xfrm>
            <a:off x="952500" y="147917"/>
            <a:ext cx="7086600" cy="685800"/>
          </a:xfrm>
        </p:spPr>
        <p:txBody>
          <a:bodyPr/>
          <a:lstStyle/>
          <a:p>
            <a:pPr algn="l"/>
            <a:r>
              <a:rPr lang="en-US" sz="3600" dirty="0">
                <a:latin typeface="+mj-lt"/>
              </a:rPr>
              <a:t>Contd...</a:t>
            </a:r>
          </a:p>
        </p:txBody>
      </p:sp>
    </p:spTree>
    <p:extLst>
      <p:ext uri="{BB962C8B-B14F-4D97-AF65-F5344CB8AC3E}">
        <p14:creationId xmlns:p14="http://schemas.microsoft.com/office/powerpoint/2010/main" val="508538794"/>
      </p:ext>
    </p:extLst>
  </p:cSld>
  <p:clrMapOvr>
    <a:masterClrMapping/>
  </p:clrMapOvr>
  <p:transition>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CEBE6-7CFE-4B4E-2007-701C19712E1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832E48-4F7B-5A2F-A183-9546BC929EB2}"/>
              </a:ext>
            </a:extLst>
          </p:cNvPr>
          <p:cNvSpPr>
            <a:spLocks noGrp="1"/>
          </p:cNvSpPr>
          <p:nvPr>
            <p:ph idx="1"/>
          </p:nvPr>
        </p:nvSpPr>
        <p:spPr>
          <a:xfrm>
            <a:off x="990600" y="838200"/>
            <a:ext cx="7772400" cy="4572000"/>
          </a:xfrm>
        </p:spPr>
        <p:txBody>
          <a:bodyPr/>
          <a:lstStyle/>
          <a:p>
            <a:pPr marL="0" indent="0">
              <a:lnSpc>
                <a:spcPct val="115000"/>
              </a:lnSpc>
              <a:spcAft>
                <a:spcPts val="1000"/>
              </a:spcAft>
              <a:buNone/>
            </a:pPr>
            <a:r>
              <a:rPr lang="en-US" sz="2400" b="1" dirty="0">
                <a:latin typeface="Calibri" panose="020F0502020204030204" pitchFamily="34" charset="0"/>
                <a:ea typeface="Calibri" panose="020F0502020204030204" pitchFamily="34" charset="0"/>
                <a:cs typeface="Times New Roman" panose="02020603050405020304" pitchFamily="18" charset="0"/>
              </a:rPr>
              <a:t>STEP 4</a:t>
            </a:r>
            <a:r>
              <a:rPr lang="en-US" sz="2400" b="1" dirty="0">
                <a:effectLst/>
                <a:latin typeface="Calibri" panose="020F0502020204030204" pitchFamily="34" charset="0"/>
                <a:ea typeface="Calibri" panose="020F0502020204030204" pitchFamily="34" charset="0"/>
                <a:cs typeface="Times New Roman" panose="02020603050405020304" pitchFamily="18" charset="0"/>
              </a:rPr>
              <a:t> -</a:t>
            </a:r>
            <a:r>
              <a:rPr lang="en-US" sz="2400" b="1" dirty="0">
                <a:effectLst/>
                <a:latin typeface="+mj-lt"/>
                <a:ea typeface="Calibri" panose="020F0502020204030204" pitchFamily="34" charset="0"/>
                <a:cs typeface="Times New Roman" panose="02020603050405020304" pitchFamily="18" charset="0"/>
              </a:rPr>
              <a:t>Inserting Keys:</a:t>
            </a:r>
            <a:endParaRPr lang="en-IN" sz="2400" b="1" dirty="0">
              <a:effectLst/>
              <a:latin typeface="+mj-lt"/>
              <a:ea typeface="Calibri" panose="020F0502020204030204" pitchFamily="34" charset="0"/>
              <a:cs typeface="Times New Roman" panose="02020603050405020304" pitchFamily="18" charset="0"/>
            </a:endParaRPr>
          </a:p>
          <a:p>
            <a:pPr marL="0" indent="0">
              <a:lnSpc>
                <a:spcPct val="115000"/>
              </a:lnSpc>
              <a:spcAft>
                <a:spcPts val="1000"/>
              </a:spcAft>
              <a:buNone/>
            </a:pPr>
            <a:r>
              <a:rPr lang="en-US" sz="2000" dirty="0">
                <a:effectLst/>
                <a:latin typeface="+mj-lt"/>
                <a:ea typeface="Calibri" panose="020F0502020204030204" pitchFamily="34" charset="0"/>
                <a:cs typeface="Times New Roman" panose="02020603050405020304" pitchFamily="18" charset="0"/>
              </a:rPr>
              <a:t>- When inserting a key:</a:t>
            </a:r>
            <a:endParaRPr lang="en-IN" sz="2000" dirty="0">
              <a:effectLst/>
              <a:latin typeface="+mj-lt"/>
              <a:ea typeface="Calibri" panose="020F0502020204030204" pitchFamily="34" charset="0"/>
              <a:cs typeface="Times New Roman" panose="02020603050405020304" pitchFamily="18" charset="0"/>
            </a:endParaRPr>
          </a:p>
          <a:p>
            <a:pPr marL="0" indent="0">
              <a:lnSpc>
                <a:spcPct val="115000"/>
              </a:lnSpc>
              <a:spcAft>
                <a:spcPts val="1000"/>
              </a:spcAft>
              <a:buNone/>
            </a:pPr>
            <a:r>
              <a:rPr lang="en-US" sz="2000" dirty="0">
                <a:effectLst/>
                <a:latin typeface="+mj-lt"/>
                <a:ea typeface="Calibri" panose="020F0502020204030204" pitchFamily="34" charset="0"/>
                <a:cs typeface="Times New Roman" panose="02020603050405020304" pitchFamily="18" charset="0"/>
              </a:rPr>
              <a:t>  1. The algorithm first checks if the current load factor (number of keys divided by table size) exceeds a certain threshold. If it does, it triggers a rehashing operation to expand the tables.</a:t>
            </a:r>
            <a:endParaRPr lang="en-IN" sz="2000" dirty="0">
              <a:effectLst/>
              <a:latin typeface="+mj-lt"/>
              <a:ea typeface="Calibri" panose="020F0502020204030204" pitchFamily="34" charset="0"/>
              <a:cs typeface="Times New Roman" panose="02020603050405020304" pitchFamily="18" charset="0"/>
            </a:endParaRPr>
          </a:p>
          <a:p>
            <a:pPr marL="0" indent="0">
              <a:lnSpc>
                <a:spcPct val="115000"/>
              </a:lnSpc>
              <a:spcAft>
                <a:spcPts val="1000"/>
              </a:spcAft>
              <a:buNone/>
            </a:pPr>
            <a:r>
              <a:rPr lang="en-US" sz="2000" dirty="0">
                <a:effectLst/>
                <a:latin typeface="+mj-lt"/>
                <a:ea typeface="Calibri" panose="020F0502020204030204" pitchFamily="34" charset="0"/>
                <a:cs typeface="Times New Roman" panose="02020603050405020304" pitchFamily="18" charset="0"/>
              </a:rPr>
              <a:t>  2. The algorithm uses the first hash function to find an index for the key in the first table.</a:t>
            </a:r>
            <a:endParaRPr lang="en-IN" sz="2000" dirty="0">
              <a:effectLst/>
              <a:latin typeface="+mj-lt"/>
              <a:ea typeface="Calibri" panose="020F0502020204030204" pitchFamily="34" charset="0"/>
              <a:cs typeface="Times New Roman" panose="02020603050405020304" pitchFamily="18" charset="0"/>
            </a:endParaRPr>
          </a:p>
          <a:p>
            <a:pPr marL="0" indent="0">
              <a:lnSpc>
                <a:spcPct val="115000"/>
              </a:lnSpc>
              <a:spcAft>
                <a:spcPts val="1000"/>
              </a:spcAft>
              <a:buNone/>
            </a:pPr>
            <a:r>
              <a:rPr lang="en-US" sz="2000" dirty="0">
                <a:effectLst/>
                <a:latin typeface="+mj-lt"/>
                <a:ea typeface="Calibri" panose="020F0502020204030204" pitchFamily="34" charset="0"/>
                <a:cs typeface="Times New Roman" panose="02020603050405020304" pitchFamily="18" charset="0"/>
              </a:rPr>
              <a:t>  3. If that index is free (empty), the key is placed there. If it is occupied (a collision happens), the current key at that index is evicted (removed) and moved to its new location based on the second hash function.</a:t>
            </a:r>
            <a:endParaRPr lang="en-IN" sz="2000" dirty="0">
              <a:effectLst/>
              <a:latin typeface="+mj-lt"/>
              <a:ea typeface="Calibri" panose="020F0502020204030204" pitchFamily="34" charset="0"/>
              <a:cs typeface="Times New Roman" panose="02020603050405020304" pitchFamily="18" charset="0"/>
            </a:endParaRPr>
          </a:p>
          <a:p>
            <a:pPr marL="0" indent="0">
              <a:lnSpc>
                <a:spcPct val="115000"/>
              </a:lnSpc>
              <a:spcAft>
                <a:spcPts val="1000"/>
              </a:spcAft>
              <a:buNone/>
            </a:pPr>
            <a:r>
              <a:rPr lang="en-US" sz="2000" dirty="0">
                <a:effectLst/>
                <a:latin typeface="+mj-lt"/>
                <a:ea typeface="Calibri" panose="020F0502020204030204" pitchFamily="34" charset="0"/>
                <a:cs typeface="Times New Roman" panose="02020603050405020304" pitchFamily="18" charset="0"/>
              </a:rPr>
              <a:t>  4. The newly evicted key is then placed in the second table using the second hash function</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2200" dirty="0">
              <a:latin typeface="+mn-lt"/>
            </a:endParaRPr>
          </a:p>
          <a:p>
            <a:pPr marL="914400" lvl="2" indent="0">
              <a:buNone/>
            </a:pPr>
            <a:endParaRPr lang="en-US" sz="2200" dirty="0">
              <a:latin typeface="+mn-lt"/>
            </a:endParaRPr>
          </a:p>
          <a:p>
            <a:pPr marL="457200" lvl="1" indent="0">
              <a:buNone/>
            </a:pPr>
            <a:endParaRPr lang="en-US" sz="2200" dirty="0">
              <a:latin typeface="+mn-lt"/>
            </a:endParaRPr>
          </a:p>
        </p:txBody>
      </p:sp>
      <p:sp>
        <p:nvSpPr>
          <p:cNvPr id="4" name="Footer Placeholder 3">
            <a:extLst>
              <a:ext uri="{FF2B5EF4-FFF2-40B4-BE49-F238E27FC236}">
                <a16:creationId xmlns:a16="http://schemas.microsoft.com/office/drawing/2014/main" id="{3758FCEF-193E-F317-199D-6A28CA94FE39}"/>
              </a:ext>
            </a:extLst>
          </p:cNvPr>
          <p:cNvSpPr>
            <a:spLocks noGrp="1"/>
          </p:cNvSpPr>
          <p:nvPr>
            <p:ph type="ftr" sz="quarter" idx="10"/>
          </p:nvPr>
        </p:nvSpPr>
        <p:spPr/>
        <p:txBody>
          <a:bodyPr/>
          <a:lstStyle/>
          <a:p>
            <a:pPr>
              <a:defRPr/>
            </a:pPr>
            <a:r>
              <a:rPr lang="en-US" dirty="0"/>
              <a:t>Department of IT</a:t>
            </a:r>
          </a:p>
        </p:txBody>
      </p:sp>
      <p:sp>
        <p:nvSpPr>
          <p:cNvPr id="5" name="Title 1">
            <a:extLst>
              <a:ext uri="{FF2B5EF4-FFF2-40B4-BE49-F238E27FC236}">
                <a16:creationId xmlns:a16="http://schemas.microsoft.com/office/drawing/2014/main" id="{AF183017-387A-E14C-A838-99DC65F653D5}"/>
              </a:ext>
            </a:extLst>
          </p:cNvPr>
          <p:cNvSpPr>
            <a:spLocks noGrp="1"/>
          </p:cNvSpPr>
          <p:nvPr>
            <p:ph type="title"/>
          </p:nvPr>
        </p:nvSpPr>
        <p:spPr>
          <a:xfrm>
            <a:off x="1066800" y="152400"/>
            <a:ext cx="7086600" cy="685800"/>
          </a:xfrm>
        </p:spPr>
        <p:txBody>
          <a:bodyPr/>
          <a:lstStyle/>
          <a:p>
            <a:pPr algn="l"/>
            <a:r>
              <a:rPr lang="en-US" sz="3600" dirty="0">
                <a:latin typeface="+mj-lt"/>
              </a:rPr>
              <a:t>Contd...</a:t>
            </a:r>
          </a:p>
        </p:txBody>
      </p:sp>
    </p:spTree>
    <p:extLst>
      <p:ext uri="{BB962C8B-B14F-4D97-AF65-F5344CB8AC3E}">
        <p14:creationId xmlns:p14="http://schemas.microsoft.com/office/powerpoint/2010/main" val="3068108157"/>
      </p:ext>
    </p:extLst>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F95E2-CCD0-212A-40AE-A30CE16F507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F9DB73-80DA-BE95-D248-0185B9CB601D}"/>
              </a:ext>
            </a:extLst>
          </p:cNvPr>
          <p:cNvSpPr>
            <a:spLocks noGrp="1"/>
          </p:cNvSpPr>
          <p:nvPr>
            <p:ph idx="1"/>
          </p:nvPr>
        </p:nvSpPr>
        <p:spPr>
          <a:xfrm>
            <a:off x="914400" y="1295400"/>
            <a:ext cx="7772400" cy="4572000"/>
          </a:xfrm>
        </p:spPr>
        <p:txBody>
          <a:bodyPr/>
          <a:lstStyle/>
          <a:p>
            <a:pPr marL="0" indent="0">
              <a:lnSpc>
                <a:spcPct val="115000"/>
              </a:lnSpc>
              <a:spcAft>
                <a:spcPts val="1000"/>
              </a:spcAft>
              <a:buNone/>
            </a:pPr>
            <a:r>
              <a:rPr lang="en-US" sz="1800" dirty="0">
                <a:effectLst/>
                <a:latin typeface="+mn-lt"/>
                <a:ea typeface="Calibri" panose="020F0502020204030204" pitchFamily="34" charset="0"/>
                <a:cs typeface="Times New Roman" panose="02020603050405020304" pitchFamily="18" charset="0"/>
              </a:rPr>
              <a:t> </a:t>
            </a:r>
            <a:r>
              <a:rPr lang="en-US" sz="2000" dirty="0">
                <a:effectLst/>
                <a:latin typeface="+mn-lt"/>
                <a:ea typeface="Calibri" panose="020F0502020204030204" pitchFamily="34" charset="0"/>
                <a:cs typeface="Times New Roman" panose="02020603050405020304" pitchFamily="18" charset="0"/>
              </a:rPr>
              <a:t>- This process continues, where keys may swap places multiple times until a free spot is found.</a:t>
            </a:r>
          </a:p>
          <a:p>
            <a:pPr marL="0" indent="0">
              <a:lnSpc>
                <a:spcPct val="115000"/>
              </a:lnSpc>
              <a:spcAft>
                <a:spcPts val="1000"/>
              </a:spcAft>
              <a:buNone/>
            </a:pPr>
            <a:r>
              <a:rPr lang="en-US" sz="2400" b="1" dirty="0">
                <a:latin typeface="+mj-lt"/>
                <a:ea typeface="Calibri" panose="020F0502020204030204" pitchFamily="34" charset="0"/>
                <a:cs typeface="Times New Roman" panose="02020603050405020304" pitchFamily="18" charset="0"/>
              </a:rPr>
              <a:t>STEP 5-</a:t>
            </a:r>
            <a:r>
              <a:rPr lang="en-US" sz="2400" b="1" dirty="0">
                <a:effectLst/>
                <a:latin typeface="+mj-lt"/>
                <a:ea typeface="Calibri" panose="020F0502020204030204" pitchFamily="34" charset="0"/>
                <a:cs typeface="Times New Roman" panose="02020603050405020304" pitchFamily="18" charset="0"/>
              </a:rPr>
              <a:t> Searching for Keys:</a:t>
            </a:r>
            <a:endParaRPr lang="en-IN" sz="2400" b="1" dirty="0">
              <a:effectLst/>
              <a:latin typeface="+mj-lt"/>
              <a:ea typeface="Calibri" panose="020F0502020204030204" pitchFamily="34" charset="0"/>
              <a:cs typeface="Times New Roman" panose="02020603050405020304" pitchFamily="18" charset="0"/>
            </a:endParaRPr>
          </a:p>
          <a:p>
            <a:pPr marL="0" indent="0">
              <a:lnSpc>
                <a:spcPct val="115000"/>
              </a:lnSpc>
              <a:spcAft>
                <a:spcPts val="1000"/>
              </a:spcAft>
              <a:buNone/>
            </a:pPr>
            <a:r>
              <a:rPr lang="en-US" sz="2000" dirty="0">
                <a:effectLst/>
                <a:latin typeface="+mj-lt"/>
                <a:ea typeface="Calibri" panose="020F0502020204030204" pitchFamily="34" charset="0"/>
                <a:cs typeface="Times New Roman" panose="02020603050405020304" pitchFamily="18" charset="0"/>
              </a:rPr>
              <a:t>- To find a key:</a:t>
            </a:r>
            <a:endParaRPr lang="en-IN" sz="2000" dirty="0">
              <a:effectLst/>
              <a:latin typeface="+mj-lt"/>
              <a:ea typeface="Calibri" panose="020F0502020204030204" pitchFamily="34" charset="0"/>
              <a:cs typeface="Times New Roman" panose="02020603050405020304" pitchFamily="18" charset="0"/>
            </a:endParaRPr>
          </a:p>
          <a:p>
            <a:pPr marL="0" indent="0">
              <a:lnSpc>
                <a:spcPct val="115000"/>
              </a:lnSpc>
              <a:spcAft>
                <a:spcPts val="1000"/>
              </a:spcAft>
              <a:buNone/>
            </a:pPr>
            <a:r>
              <a:rPr lang="en-US" sz="2000" dirty="0">
                <a:effectLst/>
                <a:latin typeface="+mj-lt"/>
                <a:ea typeface="Calibri" panose="020F0502020204030204" pitchFamily="34" charset="0"/>
                <a:cs typeface="Times New Roman" panose="02020603050405020304" pitchFamily="18" charset="0"/>
              </a:rPr>
              <a:t>  1. Use the first hash function to check the first table. </a:t>
            </a:r>
            <a:endParaRPr lang="en-IN" sz="2000" dirty="0">
              <a:effectLst/>
              <a:latin typeface="+mj-lt"/>
              <a:ea typeface="Calibri" panose="020F0502020204030204" pitchFamily="34" charset="0"/>
              <a:cs typeface="Times New Roman" panose="02020603050405020304" pitchFamily="18" charset="0"/>
            </a:endParaRPr>
          </a:p>
          <a:p>
            <a:pPr marL="0" indent="0">
              <a:lnSpc>
                <a:spcPct val="115000"/>
              </a:lnSpc>
              <a:spcAft>
                <a:spcPts val="1000"/>
              </a:spcAft>
              <a:buNone/>
            </a:pPr>
            <a:r>
              <a:rPr lang="en-US" sz="2000" dirty="0">
                <a:effectLst/>
                <a:latin typeface="+mj-lt"/>
                <a:ea typeface="Calibri" panose="020F0502020204030204" pitchFamily="34" charset="0"/>
                <a:cs typeface="Times New Roman" panose="02020603050405020304" pitchFamily="18" charset="0"/>
              </a:rPr>
              <a:t>  2. If the key isn’t found there, use the second hash function to check the second table.</a:t>
            </a:r>
            <a:endParaRPr lang="en-IN" sz="2000" dirty="0">
              <a:effectLst/>
              <a:latin typeface="+mj-lt"/>
              <a:ea typeface="Calibri" panose="020F0502020204030204" pitchFamily="34" charset="0"/>
              <a:cs typeface="Times New Roman" panose="02020603050405020304" pitchFamily="18" charset="0"/>
            </a:endParaRPr>
          </a:p>
          <a:p>
            <a:pPr marL="0" indent="0">
              <a:lnSpc>
                <a:spcPct val="115000"/>
              </a:lnSpc>
              <a:spcAft>
                <a:spcPts val="1000"/>
              </a:spcAft>
              <a:buNone/>
            </a:pPr>
            <a:r>
              <a:rPr lang="en-US" sz="2000" dirty="0">
                <a:effectLst/>
                <a:latin typeface="+mj-lt"/>
                <a:ea typeface="Calibri" panose="020F0502020204030204" pitchFamily="34" charset="0"/>
                <a:cs typeface="Times New Roman" panose="02020603050405020304" pitchFamily="18" charset="0"/>
              </a:rPr>
              <a:t>  3. The search stops once the key is found or both tables have been checked.</a:t>
            </a:r>
            <a:endParaRPr lang="en-IN" sz="2000" dirty="0">
              <a:effectLst/>
              <a:latin typeface="+mj-lt"/>
              <a:ea typeface="Calibri" panose="020F0502020204030204" pitchFamily="34" charset="0"/>
              <a:cs typeface="Times New Roman" panose="02020603050405020304" pitchFamily="18" charset="0"/>
            </a:endParaRPr>
          </a:p>
          <a:p>
            <a:pPr marL="0" indent="0">
              <a:lnSpc>
                <a:spcPct val="115000"/>
              </a:lnSpc>
              <a:spcAft>
                <a:spcPts val="10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2200" dirty="0">
              <a:latin typeface="+mn-lt"/>
            </a:endParaRPr>
          </a:p>
          <a:p>
            <a:pPr marL="914400" lvl="2" indent="0">
              <a:buNone/>
            </a:pPr>
            <a:endParaRPr lang="en-US" sz="2200" dirty="0">
              <a:latin typeface="+mn-lt"/>
            </a:endParaRPr>
          </a:p>
          <a:p>
            <a:pPr marL="457200" lvl="1" indent="0">
              <a:buNone/>
            </a:pPr>
            <a:endParaRPr lang="en-US" sz="2200" dirty="0">
              <a:latin typeface="+mn-lt"/>
            </a:endParaRPr>
          </a:p>
        </p:txBody>
      </p:sp>
      <p:sp>
        <p:nvSpPr>
          <p:cNvPr id="4" name="Footer Placeholder 3">
            <a:extLst>
              <a:ext uri="{FF2B5EF4-FFF2-40B4-BE49-F238E27FC236}">
                <a16:creationId xmlns:a16="http://schemas.microsoft.com/office/drawing/2014/main" id="{B482A3A8-9AB1-547F-BD5B-4B31C0D3C377}"/>
              </a:ext>
            </a:extLst>
          </p:cNvPr>
          <p:cNvSpPr>
            <a:spLocks noGrp="1"/>
          </p:cNvSpPr>
          <p:nvPr>
            <p:ph type="ftr" sz="quarter" idx="10"/>
          </p:nvPr>
        </p:nvSpPr>
        <p:spPr/>
        <p:txBody>
          <a:bodyPr/>
          <a:lstStyle/>
          <a:p>
            <a:pPr>
              <a:defRPr/>
            </a:pPr>
            <a:r>
              <a:rPr lang="en-US" dirty="0"/>
              <a:t>Department of IT</a:t>
            </a:r>
          </a:p>
        </p:txBody>
      </p:sp>
      <p:sp>
        <p:nvSpPr>
          <p:cNvPr id="5" name="Title 1">
            <a:extLst>
              <a:ext uri="{FF2B5EF4-FFF2-40B4-BE49-F238E27FC236}">
                <a16:creationId xmlns:a16="http://schemas.microsoft.com/office/drawing/2014/main" id="{3C102E64-8CDD-BAC4-F430-C2E12354C88D}"/>
              </a:ext>
            </a:extLst>
          </p:cNvPr>
          <p:cNvSpPr>
            <a:spLocks noGrp="1"/>
          </p:cNvSpPr>
          <p:nvPr>
            <p:ph type="title"/>
          </p:nvPr>
        </p:nvSpPr>
        <p:spPr>
          <a:xfrm>
            <a:off x="1028700" y="304800"/>
            <a:ext cx="7086600" cy="685800"/>
          </a:xfrm>
        </p:spPr>
        <p:txBody>
          <a:bodyPr/>
          <a:lstStyle/>
          <a:p>
            <a:pPr algn="l"/>
            <a:r>
              <a:rPr lang="en-US" sz="3600" dirty="0">
                <a:latin typeface="+mj-lt"/>
              </a:rPr>
              <a:t>Contd...</a:t>
            </a:r>
          </a:p>
        </p:txBody>
      </p:sp>
    </p:spTree>
    <p:extLst>
      <p:ext uri="{BB962C8B-B14F-4D97-AF65-F5344CB8AC3E}">
        <p14:creationId xmlns:p14="http://schemas.microsoft.com/office/powerpoint/2010/main" val="2765272973"/>
      </p:ext>
    </p:extLst>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57438-E2A3-0476-587C-99398D37408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A230F1-A435-E090-414F-FD12ACC3DBCE}"/>
              </a:ext>
            </a:extLst>
          </p:cNvPr>
          <p:cNvSpPr>
            <a:spLocks noGrp="1"/>
          </p:cNvSpPr>
          <p:nvPr>
            <p:ph idx="1"/>
          </p:nvPr>
        </p:nvSpPr>
        <p:spPr>
          <a:xfrm>
            <a:off x="914400" y="1295400"/>
            <a:ext cx="7772400" cy="4572000"/>
          </a:xfrm>
        </p:spPr>
        <p:txBody>
          <a:bodyPr/>
          <a:lstStyle/>
          <a:p>
            <a:pPr marL="0" indent="0">
              <a:lnSpc>
                <a:spcPct val="115000"/>
              </a:lnSpc>
              <a:spcAft>
                <a:spcPts val="1000"/>
              </a:spcAft>
              <a:buNone/>
            </a:pPr>
            <a:r>
              <a:rPr lang="en-US" sz="2400" b="1" dirty="0">
                <a:latin typeface="+mj-lt"/>
                <a:ea typeface="Calibri" panose="020F0502020204030204" pitchFamily="34" charset="0"/>
                <a:cs typeface="Times New Roman" panose="02020603050405020304" pitchFamily="18" charset="0"/>
              </a:rPr>
              <a:t>STEP 6-</a:t>
            </a:r>
            <a:r>
              <a:rPr lang="en-US" sz="2400" b="1" dirty="0">
                <a:effectLst/>
                <a:latin typeface="+mj-lt"/>
                <a:ea typeface="Calibri" panose="020F0502020204030204" pitchFamily="34" charset="0"/>
                <a:cs typeface="Times New Roman" panose="02020603050405020304" pitchFamily="18" charset="0"/>
              </a:rPr>
              <a:t>Rehashing:</a:t>
            </a:r>
            <a:endParaRPr lang="en-IN" sz="2400" b="1" dirty="0">
              <a:effectLst/>
              <a:latin typeface="+mj-lt"/>
              <a:ea typeface="Calibri" panose="020F0502020204030204" pitchFamily="34" charset="0"/>
              <a:cs typeface="Times New Roman" panose="02020603050405020304" pitchFamily="18" charset="0"/>
            </a:endParaRPr>
          </a:p>
          <a:p>
            <a:pPr marL="0" indent="0">
              <a:lnSpc>
                <a:spcPct val="115000"/>
              </a:lnSpc>
              <a:spcAft>
                <a:spcPts val="1000"/>
              </a:spcAft>
              <a:buNone/>
            </a:pPr>
            <a:r>
              <a:rPr lang="en-US" sz="2000" dirty="0">
                <a:effectLst/>
                <a:latin typeface="+mj-lt"/>
                <a:ea typeface="Calibri" panose="020F0502020204030204" pitchFamily="34" charset="0"/>
                <a:cs typeface="Times New Roman" panose="02020603050405020304" pitchFamily="18" charset="0"/>
              </a:rPr>
              <a:t>- If the load factor exceeds a predefined level (indicating the table is getting full), the hash tables are resized. The size is doubled, and all existing keys need to be reinserted into the new larger tables. This helps maintain fast access times.</a:t>
            </a:r>
            <a:endParaRPr lang="en-IN" sz="2000" dirty="0">
              <a:effectLst/>
              <a:latin typeface="+mj-lt"/>
              <a:ea typeface="Calibri" panose="020F0502020204030204" pitchFamily="34" charset="0"/>
              <a:cs typeface="Times New Roman" panose="02020603050405020304" pitchFamily="18" charset="0"/>
            </a:endParaRPr>
          </a:p>
          <a:p>
            <a:pPr marL="0" indent="0">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r>
              <a:rPr lang="en-US" sz="2400" b="1" dirty="0">
                <a:latin typeface="+mj-lt"/>
                <a:ea typeface="Calibri" panose="020F0502020204030204" pitchFamily="34" charset="0"/>
                <a:cs typeface="Times New Roman" panose="02020603050405020304" pitchFamily="18" charset="0"/>
              </a:rPr>
              <a:t>STEP 7-</a:t>
            </a:r>
            <a:r>
              <a:rPr lang="en-US" sz="2400" b="1" dirty="0">
                <a:effectLst/>
                <a:latin typeface="+mj-lt"/>
                <a:ea typeface="Calibri" panose="020F0502020204030204" pitchFamily="34" charset="0"/>
                <a:cs typeface="Times New Roman" panose="02020603050405020304" pitchFamily="18" charset="0"/>
              </a:rPr>
              <a:t>Displaying the Table:</a:t>
            </a:r>
            <a:endParaRPr lang="en-IN" sz="2400" b="1" dirty="0">
              <a:effectLst/>
              <a:latin typeface="+mj-lt"/>
              <a:ea typeface="Calibri" panose="020F0502020204030204" pitchFamily="34" charset="0"/>
              <a:cs typeface="Times New Roman" panose="02020603050405020304" pitchFamily="18" charset="0"/>
            </a:endParaRPr>
          </a:p>
          <a:p>
            <a:pPr marL="0" indent="0">
              <a:lnSpc>
                <a:spcPct val="115000"/>
              </a:lnSpc>
              <a:spcAft>
                <a:spcPts val="1000"/>
              </a:spcAft>
              <a:buNone/>
            </a:pPr>
            <a:r>
              <a:rPr lang="en-US" sz="2000" dirty="0">
                <a:effectLst/>
                <a:latin typeface="+mj-lt"/>
                <a:ea typeface="Calibri" panose="020F0502020204030204" pitchFamily="34" charset="0"/>
                <a:cs typeface="Times New Roman" panose="02020603050405020304" pitchFamily="18" charset="0"/>
              </a:rPr>
              <a:t>- The algorithm can display the contents of both tables along with other statistics, like the current load factor, which shows how full the table is.</a:t>
            </a:r>
            <a:endParaRPr lang="en-IN" sz="2000" dirty="0">
              <a:effectLst/>
              <a:latin typeface="+mj-lt"/>
              <a:ea typeface="Calibri" panose="020F0502020204030204" pitchFamily="34" charset="0"/>
              <a:cs typeface="Times New Roman" panose="02020603050405020304" pitchFamily="18" charset="0"/>
            </a:endParaRPr>
          </a:p>
          <a:p>
            <a:pPr marL="0" indent="0">
              <a:lnSpc>
                <a:spcPct val="115000"/>
              </a:lnSpc>
              <a:spcAft>
                <a:spcPts val="10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2200" dirty="0">
              <a:latin typeface="+mn-lt"/>
            </a:endParaRPr>
          </a:p>
          <a:p>
            <a:pPr marL="914400" lvl="2" indent="0">
              <a:buNone/>
            </a:pPr>
            <a:endParaRPr lang="en-US" sz="2200" dirty="0">
              <a:latin typeface="+mn-lt"/>
            </a:endParaRPr>
          </a:p>
          <a:p>
            <a:pPr marL="457200" lvl="1" indent="0">
              <a:buNone/>
            </a:pPr>
            <a:endParaRPr lang="en-US" sz="2200" dirty="0">
              <a:latin typeface="+mn-lt"/>
            </a:endParaRPr>
          </a:p>
        </p:txBody>
      </p:sp>
      <p:sp>
        <p:nvSpPr>
          <p:cNvPr id="4" name="Footer Placeholder 3">
            <a:extLst>
              <a:ext uri="{FF2B5EF4-FFF2-40B4-BE49-F238E27FC236}">
                <a16:creationId xmlns:a16="http://schemas.microsoft.com/office/drawing/2014/main" id="{924F26EE-AFE4-EDA2-0BC8-7AF32DBC34B5}"/>
              </a:ext>
            </a:extLst>
          </p:cNvPr>
          <p:cNvSpPr>
            <a:spLocks noGrp="1"/>
          </p:cNvSpPr>
          <p:nvPr>
            <p:ph type="ftr" sz="quarter" idx="10"/>
          </p:nvPr>
        </p:nvSpPr>
        <p:spPr/>
        <p:txBody>
          <a:bodyPr/>
          <a:lstStyle/>
          <a:p>
            <a:pPr>
              <a:defRPr/>
            </a:pPr>
            <a:r>
              <a:rPr lang="en-US" dirty="0"/>
              <a:t>Department of IT</a:t>
            </a:r>
          </a:p>
        </p:txBody>
      </p:sp>
      <p:sp>
        <p:nvSpPr>
          <p:cNvPr id="5" name="Title 1">
            <a:extLst>
              <a:ext uri="{FF2B5EF4-FFF2-40B4-BE49-F238E27FC236}">
                <a16:creationId xmlns:a16="http://schemas.microsoft.com/office/drawing/2014/main" id="{83281A44-493E-5AFD-27BD-476AE821171D}"/>
              </a:ext>
            </a:extLst>
          </p:cNvPr>
          <p:cNvSpPr>
            <a:spLocks noGrp="1"/>
          </p:cNvSpPr>
          <p:nvPr>
            <p:ph type="title"/>
          </p:nvPr>
        </p:nvSpPr>
        <p:spPr>
          <a:xfrm>
            <a:off x="896471" y="419100"/>
            <a:ext cx="7086600" cy="685800"/>
          </a:xfrm>
        </p:spPr>
        <p:txBody>
          <a:bodyPr/>
          <a:lstStyle/>
          <a:p>
            <a:pPr algn="l"/>
            <a:r>
              <a:rPr lang="en-US" sz="3600" dirty="0">
                <a:latin typeface="+mj-lt"/>
              </a:rPr>
              <a:t>Contd...</a:t>
            </a:r>
          </a:p>
        </p:txBody>
      </p:sp>
    </p:spTree>
    <p:extLst>
      <p:ext uri="{BB962C8B-B14F-4D97-AF65-F5344CB8AC3E}">
        <p14:creationId xmlns:p14="http://schemas.microsoft.com/office/powerpoint/2010/main" val="2556960805"/>
      </p:ext>
    </p:extLst>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97BB2-E7EA-2199-65DB-B9270A459E3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94C13F-95DA-455C-FCC6-652029EC39EB}"/>
              </a:ext>
            </a:extLst>
          </p:cNvPr>
          <p:cNvSpPr>
            <a:spLocks noGrp="1"/>
          </p:cNvSpPr>
          <p:nvPr>
            <p:ph idx="1"/>
          </p:nvPr>
        </p:nvSpPr>
        <p:spPr>
          <a:xfrm>
            <a:off x="914400" y="1295400"/>
            <a:ext cx="7772400" cy="4572000"/>
          </a:xfrm>
        </p:spPr>
        <p:txBody>
          <a:bodyPr/>
          <a:lstStyle/>
          <a:p>
            <a:pPr marL="0" indent="0">
              <a:lnSpc>
                <a:spcPct val="115000"/>
              </a:lnSpc>
              <a:spcAft>
                <a:spcPts val="1000"/>
              </a:spcAft>
              <a:buNone/>
            </a:pPr>
            <a:r>
              <a:rPr lang="en-US" sz="2400" b="1" dirty="0">
                <a:latin typeface="+mj-lt"/>
                <a:ea typeface="Calibri" panose="020F0502020204030204" pitchFamily="34" charset="0"/>
                <a:cs typeface="Times New Roman" panose="02020603050405020304" pitchFamily="18" charset="0"/>
              </a:rPr>
              <a:t>STEP 8-</a:t>
            </a:r>
            <a:r>
              <a:rPr lang="en-US" sz="2400" b="1" dirty="0">
                <a:effectLst/>
                <a:latin typeface="+mj-lt"/>
                <a:ea typeface="Calibri" panose="020F0502020204030204" pitchFamily="34" charset="0"/>
                <a:cs typeface="Times New Roman" panose="02020603050405020304" pitchFamily="18" charset="0"/>
              </a:rPr>
              <a:t>Checking Pairwise Uncorrelation:</a:t>
            </a:r>
            <a:endParaRPr lang="en-IN" sz="2400" b="1" dirty="0">
              <a:effectLst/>
              <a:latin typeface="+mj-lt"/>
              <a:ea typeface="Calibri" panose="020F0502020204030204" pitchFamily="34" charset="0"/>
              <a:cs typeface="Times New Roman" panose="02020603050405020304" pitchFamily="18" charset="0"/>
            </a:endParaRPr>
          </a:p>
          <a:p>
            <a:pPr marL="0" indent="0">
              <a:lnSpc>
                <a:spcPct val="115000"/>
              </a:lnSpc>
              <a:spcAft>
                <a:spcPts val="1000"/>
              </a:spcAft>
              <a:buNone/>
            </a:pPr>
            <a:r>
              <a:rPr lang="en-US" sz="2000" dirty="0">
                <a:effectLst/>
                <a:latin typeface="+mj-lt"/>
                <a:ea typeface="Calibri" panose="020F0502020204030204" pitchFamily="34" charset="0"/>
                <a:cs typeface="Times New Roman" panose="02020603050405020304" pitchFamily="18" charset="0"/>
              </a:rPr>
              <a:t>- The algorithm includes a method to check if two keys at specific positions in the tables are statistically independent from each other. It calculates expectations based on their hash values and determines whether they are correlated.</a:t>
            </a:r>
            <a:endParaRPr lang="en-IN" sz="2000" dirty="0">
              <a:effectLst/>
              <a:latin typeface="+mj-lt"/>
              <a:ea typeface="Calibri" panose="020F0502020204030204" pitchFamily="34" charset="0"/>
              <a:cs typeface="Times New Roman" panose="02020603050405020304" pitchFamily="18" charset="0"/>
            </a:endParaRPr>
          </a:p>
          <a:p>
            <a:pPr marL="0" indent="0">
              <a:lnSpc>
                <a:spcPct val="115000"/>
              </a:lnSpc>
              <a:spcAft>
                <a:spcPts val="10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2200" dirty="0">
              <a:latin typeface="+mn-lt"/>
            </a:endParaRPr>
          </a:p>
          <a:p>
            <a:pPr marL="914400" lvl="2" indent="0">
              <a:buNone/>
            </a:pPr>
            <a:endParaRPr lang="en-US" sz="2200" dirty="0">
              <a:latin typeface="+mn-lt"/>
            </a:endParaRPr>
          </a:p>
          <a:p>
            <a:pPr marL="457200" lvl="1" indent="0">
              <a:buNone/>
            </a:pPr>
            <a:endParaRPr lang="en-US" sz="2200" dirty="0">
              <a:latin typeface="+mn-lt"/>
            </a:endParaRPr>
          </a:p>
        </p:txBody>
      </p:sp>
      <p:sp>
        <p:nvSpPr>
          <p:cNvPr id="4" name="Footer Placeholder 3">
            <a:extLst>
              <a:ext uri="{FF2B5EF4-FFF2-40B4-BE49-F238E27FC236}">
                <a16:creationId xmlns:a16="http://schemas.microsoft.com/office/drawing/2014/main" id="{4B9B4264-7AD7-A1EE-3741-5FF705ECE41A}"/>
              </a:ext>
            </a:extLst>
          </p:cNvPr>
          <p:cNvSpPr>
            <a:spLocks noGrp="1"/>
          </p:cNvSpPr>
          <p:nvPr>
            <p:ph type="ftr" sz="quarter" idx="10"/>
          </p:nvPr>
        </p:nvSpPr>
        <p:spPr/>
        <p:txBody>
          <a:bodyPr/>
          <a:lstStyle/>
          <a:p>
            <a:pPr>
              <a:defRPr/>
            </a:pPr>
            <a:r>
              <a:rPr lang="en-US" dirty="0"/>
              <a:t>Department of IT</a:t>
            </a:r>
          </a:p>
        </p:txBody>
      </p:sp>
      <p:sp>
        <p:nvSpPr>
          <p:cNvPr id="5" name="Title 1">
            <a:extLst>
              <a:ext uri="{FF2B5EF4-FFF2-40B4-BE49-F238E27FC236}">
                <a16:creationId xmlns:a16="http://schemas.microsoft.com/office/drawing/2014/main" id="{9BE5BF7B-5D75-E1C2-5A5D-59F9442F26BD}"/>
              </a:ext>
            </a:extLst>
          </p:cNvPr>
          <p:cNvSpPr>
            <a:spLocks noGrp="1"/>
          </p:cNvSpPr>
          <p:nvPr>
            <p:ph type="title"/>
          </p:nvPr>
        </p:nvSpPr>
        <p:spPr>
          <a:xfrm>
            <a:off x="918882" y="587188"/>
            <a:ext cx="7086600" cy="685800"/>
          </a:xfrm>
        </p:spPr>
        <p:txBody>
          <a:bodyPr/>
          <a:lstStyle/>
          <a:p>
            <a:pPr algn="l"/>
            <a:r>
              <a:rPr lang="en-US" sz="3600" dirty="0" err="1">
                <a:latin typeface="+mj-lt"/>
              </a:rPr>
              <a:t>Contd</a:t>
            </a:r>
            <a:r>
              <a:rPr lang="en-US" sz="3600" dirty="0">
                <a:latin typeface="+mj-lt"/>
              </a:rPr>
              <a:t>…</a:t>
            </a:r>
          </a:p>
        </p:txBody>
      </p:sp>
    </p:spTree>
    <p:extLst>
      <p:ext uri="{BB962C8B-B14F-4D97-AF65-F5344CB8AC3E}">
        <p14:creationId xmlns:p14="http://schemas.microsoft.com/office/powerpoint/2010/main" val="137828903"/>
      </p:ext>
    </p:extLst>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DC3DD-9139-D9ED-8F37-AC5572D595B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48F60C-4C08-581F-099C-E94DF21398A4}"/>
              </a:ext>
            </a:extLst>
          </p:cNvPr>
          <p:cNvSpPr>
            <a:spLocks noGrp="1"/>
          </p:cNvSpPr>
          <p:nvPr>
            <p:ph idx="1"/>
          </p:nvPr>
        </p:nvSpPr>
        <p:spPr>
          <a:xfrm>
            <a:off x="838200" y="990600"/>
            <a:ext cx="8001000" cy="5334000"/>
          </a:xfrm>
        </p:spPr>
        <p:txBody>
          <a:bodyPr/>
          <a:lstStyle/>
          <a:p>
            <a:pPr marL="457200" lvl="3" indent="0">
              <a:buNone/>
              <a:defRPr/>
            </a:pPr>
            <a:endParaRPr lang="en-US" sz="2200" dirty="0">
              <a:latin typeface="+mn-lt"/>
            </a:endParaRPr>
          </a:p>
          <a:p>
            <a:pPr marL="457200" lvl="3" indent="0">
              <a:buNone/>
              <a:defRPr/>
            </a:pPr>
            <a:endParaRPr lang="en-US" sz="2200" dirty="0">
              <a:latin typeface="+mn-lt"/>
            </a:endParaRPr>
          </a:p>
          <a:p>
            <a:pPr>
              <a:defRPr/>
            </a:pPr>
            <a:endParaRPr lang="en-US" sz="1000" dirty="0">
              <a:latin typeface="+mn-lt"/>
            </a:endParaRPr>
          </a:p>
        </p:txBody>
      </p:sp>
      <p:sp>
        <p:nvSpPr>
          <p:cNvPr id="35843" name="Footer Placeholder 3">
            <a:extLst>
              <a:ext uri="{FF2B5EF4-FFF2-40B4-BE49-F238E27FC236}">
                <a16:creationId xmlns:a16="http://schemas.microsoft.com/office/drawing/2014/main" id="{DD4D6DCC-1F06-3DA9-1882-57A1A53860E3}"/>
              </a:ext>
            </a:extLst>
          </p:cNvPr>
          <p:cNvSpPr>
            <a:spLocks noGrp="1"/>
          </p:cNvSpPr>
          <p:nvPr>
            <p:ph type="ftr" sz="quarter" idx="10"/>
          </p:nvPr>
        </p:nvSpPr>
        <p:spPr>
          <a:xfrm>
            <a:off x="3200400" y="6248400"/>
            <a:ext cx="2895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Verdana" pitchFamily="34" charset="0"/>
              </a:defRPr>
            </a:lvl1pPr>
            <a:lvl2pPr marL="742950" indent="-285750" eaLnBrk="0" hangingPunct="0">
              <a:defRPr sz="1400" b="1">
                <a:solidFill>
                  <a:schemeClr val="tx1"/>
                </a:solidFill>
                <a:latin typeface="Verdana" pitchFamily="34" charset="0"/>
              </a:defRPr>
            </a:lvl2pPr>
            <a:lvl3pPr marL="1143000" indent="-228600" eaLnBrk="0" hangingPunct="0">
              <a:defRPr sz="1400" b="1">
                <a:solidFill>
                  <a:schemeClr val="tx1"/>
                </a:solidFill>
                <a:latin typeface="Verdana" pitchFamily="34" charset="0"/>
              </a:defRPr>
            </a:lvl3pPr>
            <a:lvl4pPr marL="1600200" indent="-228600" eaLnBrk="0" hangingPunct="0">
              <a:defRPr sz="1400" b="1">
                <a:solidFill>
                  <a:schemeClr val="tx1"/>
                </a:solidFill>
                <a:latin typeface="Verdana" pitchFamily="34" charset="0"/>
              </a:defRPr>
            </a:lvl4pPr>
            <a:lvl5pPr marL="2057400" indent="-228600" eaLnBrk="0" hangingPunct="0">
              <a:defRPr sz="1400" b="1">
                <a:solidFill>
                  <a:schemeClr val="tx1"/>
                </a:solidFill>
                <a:latin typeface="Verdana" pitchFamily="34" charset="0"/>
              </a:defRPr>
            </a:lvl5pPr>
            <a:lvl6pPr marL="2514600" indent="-228600" eaLnBrk="0" fontAlgn="base" hangingPunct="0">
              <a:spcBef>
                <a:spcPct val="20000"/>
              </a:spcBef>
              <a:spcAft>
                <a:spcPct val="0"/>
              </a:spcAft>
              <a:buChar char="•"/>
              <a:defRPr sz="1400" b="1">
                <a:solidFill>
                  <a:schemeClr val="tx1"/>
                </a:solidFill>
                <a:latin typeface="Verdana" pitchFamily="34" charset="0"/>
              </a:defRPr>
            </a:lvl6pPr>
            <a:lvl7pPr marL="2971800" indent="-228600" eaLnBrk="0" fontAlgn="base" hangingPunct="0">
              <a:spcBef>
                <a:spcPct val="20000"/>
              </a:spcBef>
              <a:spcAft>
                <a:spcPct val="0"/>
              </a:spcAft>
              <a:buChar char="•"/>
              <a:defRPr sz="1400" b="1">
                <a:solidFill>
                  <a:schemeClr val="tx1"/>
                </a:solidFill>
                <a:latin typeface="Verdana" pitchFamily="34" charset="0"/>
              </a:defRPr>
            </a:lvl7pPr>
            <a:lvl8pPr marL="3429000" indent="-228600" eaLnBrk="0" fontAlgn="base" hangingPunct="0">
              <a:spcBef>
                <a:spcPct val="20000"/>
              </a:spcBef>
              <a:spcAft>
                <a:spcPct val="0"/>
              </a:spcAft>
              <a:buChar char="•"/>
              <a:defRPr sz="1400" b="1">
                <a:solidFill>
                  <a:schemeClr val="tx1"/>
                </a:solidFill>
                <a:latin typeface="Verdana" pitchFamily="34" charset="0"/>
              </a:defRPr>
            </a:lvl8pPr>
            <a:lvl9pPr marL="3886200" indent="-228600" eaLnBrk="0" fontAlgn="base" hangingPunct="0">
              <a:spcBef>
                <a:spcPct val="20000"/>
              </a:spcBef>
              <a:spcAft>
                <a:spcPct val="0"/>
              </a:spcAft>
              <a:buChar char="•"/>
              <a:defRPr sz="1400" b="1">
                <a:solidFill>
                  <a:schemeClr val="tx1"/>
                </a:solidFill>
                <a:latin typeface="Verdana" pitchFamily="34" charset="0"/>
              </a:defRPr>
            </a:lvl9pPr>
          </a:lstStyle>
          <a:p>
            <a:pPr eaLnBrk="1" hangingPunct="1"/>
            <a:r>
              <a:rPr lang="en-US" b="0">
                <a:solidFill>
                  <a:srgbClr val="0000FF"/>
                </a:solidFill>
                <a:latin typeface="Arial" charset="0"/>
              </a:rPr>
              <a:t>Department of IT</a:t>
            </a:r>
          </a:p>
        </p:txBody>
      </p:sp>
      <p:sp>
        <p:nvSpPr>
          <p:cNvPr id="5" name="Title 1">
            <a:extLst>
              <a:ext uri="{FF2B5EF4-FFF2-40B4-BE49-F238E27FC236}">
                <a16:creationId xmlns:a16="http://schemas.microsoft.com/office/drawing/2014/main" id="{F74B68D8-9899-3A10-9E7D-E88D2DA635C5}"/>
              </a:ext>
            </a:extLst>
          </p:cNvPr>
          <p:cNvSpPr>
            <a:spLocks noGrp="1"/>
          </p:cNvSpPr>
          <p:nvPr>
            <p:ph type="title"/>
          </p:nvPr>
        </p:nvSpPr>
        <p:spPr>
          <a:xfrm>
            <a:off x="1295400" y="304800"/>
            <a:ext cx="7239000" cy="685800"/>
          </a:xfrm>
        </p:spPr>
        <p:txBody>
          <a:bodyPr/>
          <a:lstStyle/>
          <a:p>
            <a:pPr algn="l">
              <a:defRPr/>
            </a:pPr>
            <a:r>
              <a:rPr lang="en-US" sz="3600" dirty="0">
                <a:latin typeface="+mn-lt"/>
              </a:rPr>
              <a:t>SOLUTION(flowchart):</a:t>
            </a:r>
          </a:p>
        </p:txBody>
      </p:sp>
      <p:sp>
        <p:nvSpPr>
          <p:cNvPr id="6" name="Flowchart: Terminator 5">
            <a:extLst>
              <a:ext uri="{FF2B5EF4-FFF2-40B4-BE49-F238E27FC236}">
                <a16:creationId xmlns:a16="http://schemas.microsoft.com/office/drawing/2014/main" id="{CD67D791-83FA-DD2B-E9A4-B809E2E6ACA0}"/>
              </a:ext>
            </a:extLst>
          </p:cNvPr>
          <p:cNvSpPr/>
          <p:nvPr/>
        </p:nvSpPr>
        <p:spPr bwMode="auto">
          <a:xfrm>
            <a:off x="2895600" y="1143000"/>
            <a:ext cx="2971800" cy="432792"/>
          </a:xfrm>
          <a:prstGeom prst="flowChartTerminator">
            <a:avLst/>
          </a:prstGeom>
          <a:solidFill>
            <a:schemeClr val="bg1"/>
          </a:solid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vert="horz" wrap="square" lIns="91440" tIns="45720" rIns="91440" bIns="45720" numCol="1" rtlCol="0" anchor="t" anchorCtr="0" compatLnSpc="1">
            <a:prstTxWarp prst="textNoShape">
              <a:avLst/>
            </a:prstTxWarp>
            <a:spAutoFit/>
          </a:bodyPr>
          <a:lstStyle/>
          <a:p>
            <a:pPr marL="457200" marR="0" indent="0" algn="l" defTabSz="914400" rtl="0" eaLnBrk="1" fontAlgn="base" latinLnBrk="0" hangingPunct="1">
              <a:lnSpc>
                <a:spcPct val="100000"/>
              </a:lnSpc>
              <a:spcBef>
                <a:spcPct val="20000"/>
              </a:spcBef>
              <a:spcAft>
                <a:spcPct val="0"/>
              </a:spcAft>
              <a:buClrTx/>
              <a:buSzTx/>
              <a:buNone/>
              <a:tabLst/>
            </a:pPr>
            <a:r>
              <a:rPr lang="en-IN" dirty="0">
                <a:solidFill>
                  <a:schemeClr val="tx1"/>
                </a:solidFill>
                <a:latin typeface="Verdana" pitchFamily="34" charset="0"/>
              </a:rPr>
              <a:t>       START</a:t>
            </a:r>
            <a:endParaRPr kumimoji="0" lang="en-IN" sz="1400" b="1" i="0" u="none" strike="noStrike" cap="none" normalizeH="0" baseline="0" dirty="0">
              <a:ln>
                <a:noFill/>
              </a:ln>
              <a:solidFill>
                <a:schemeClr val="tx1"/>
              </a:solidFill>
              <a:effectLst/>
              <a:latin typeface="Verdana" pitchFamily="34" charset="0"/>
            </a:endParaRPr>
          </a:p>
        </p:txBody>
      </p:sp>
      <p:cxnSp>
        <p:nvCxnSpPr>
          <p:cNvPr id="8" name="Straight Arrow Connector 7">
            <a:extLst>
              <a:ext uri="{FF2B5EF4-FFF2-40B4-BE49-F238E27FC236}">
                <a16:creationId xmlns:a16="http://schemas.microsoft.com/office/drawing/2014/main" id="{E4BE7EB0-EB3C-AF34-28BC-AB719272F64A}"/>
              </a:ext>
            </a:extLst>
          </p:cNvPr>
          <p:cNvCxnSpPr>
            <a:cxnSpLocks/>
            <a:stCxn id="6" idx="2"/>
          </p:cNvCxnSpPr>
          <p:nvPr/>
        </p:nvCxnSpPr>
        <p:spPr bwMode="auto">
          <a:xfrm>
            <a:off x="4381500" y="1575792"/>
            <a:ext cx="0" cy="53340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10" name="Flowchart: Alternate Process 9">
            <a:extLst>
              <a:ext uri="{FF2B5EF4-FFF2-40B4-BE49-F238E27FC236}">
                <a16:creationId xmlns:a16="http://schemas.microsoft.com/office/drawing/2014/main" id="{0B433379-4B17-3EA2-2AD1-AAE1A80C626D}"/>
              </a:ext>
            </a:extLst>
          </p:cNvPr>
          <p:cNvSpPr/>
          <p:nvPr/>
        </p:nvSpPr>
        <p:spPr bwMode="auto">
          <a:xfrm>
            <a:off x="3352800" y="2109192"/>
            <a:ext cx="2133600" cy="533400"/>
          </a:xfrm>
          <a:prstGeom prst="flowChartAlternateProcess">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457200" marR="0" indent="0" algn="l" defTabSz="914400" rtl="0" eaLnBrk="1" fontAlgn="base" latinLnBrk="0" hangingPunct="1">
              <a:lnSpc>
                <a:spcPct val="100000"/>
              </a:lnSpc>
              <a:spcBef>
                <a:spcPct val="20000"/>
              </a:spcBef>
              <a:spcAft>
                <a:spcPct val="0"/>
              </a:spcAft>
              <a:buClrTx/>
              <a:buSzTx/>
              <a:buFontTx/>
              <a:buChar char="•"/>
              <a:tabLst/>
            </a:pPr>
            <a:endParaRPr kumimoji="0" lang="en-IN" sz="1400" b="1" i="0" u="none" strike="noStrike" cap="none" normalizeH="0" baseline="0">
              <a:ln>
                <a:noFill/>
              </a:ln>
              <a:solidFill>
                <a:schemeClr val="tx1"/>
              </a:solidFill>
              <a:effectLst/>
              <a:latin typeface="Verdana" pitchFamily="34" charset="0"/>
            </a:endParaRPr>
          </a:p>
        </p:txBody>
      </p:sp>
      <p:sp>
        <p:nvSpPr>
          <p:cNvPr id="12" name="Flowchart: Alternate Process 11">
            <a:extLst>
              <a:ext uri="{FF2B5EF4-FFF2-40B4-BE49-F238E27FC236}">
                <a16:creationId xmlns:a16="http://schemas.microsoft.com/office/drawing/2014/main" id="{16ABA897-B23B-B527-9A07-75201AEB742A}"/>
              </a:ext>
            </a:extLst>
          </p:cNvPr>
          <p:cNvSpPr/>
          <p:nvPr/>
        </p:nvSpPr>
        <p:spPr bwMode="auto">
          <a:xfrm>
            <a:off x="3173730" y="2088118"/>
            <a:ext cx="2438400" cy="578882"/>
          </a:xfrm>
          <a:prstGeom prst="flowChartAlternateProcess">
            <a:avLst/>
          </a:prstGeom>
          <a:solidFill>
            <a:schemeClr val="bg1"/>
          </a:solid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vert="horz" wrap="square" lIns="91440" tIns="45720" rIns="91440" bIns="45720" numCol="1" rtlCol="0" anchor="t" anchorCtr="0" compatLnSpc="1">
            <a:prstTxWarp prst="textNoShape">
              <a:avLst/>
            </a:prstTxWarp>
            <a:spAutoFit/>
          </a:bodyPr>
          <a:lstStyle/>
          <a:p>
            <a:pPr marL="457200" marR="0" indent="0" algn="l" defTabSz="914400" rtl="0" eaLnBrk="1" fontAlgn="base" latinLnBrk="0" hangingPunct="1">
              <a:lnSpc>
                <a:spcPct val="100000"/>
              </a:lnSpc>
              <a:spcBef>
                <a:spcPct val="20000"/>
              </a:spcBef>
              <a:spcAft>
                <a:spcPct val="0"/>
              </a:spcAft>
              <a:buClrTx/>
              <a:buSzTx/>
              <a:buNone/>
              <a:tabLst/>
            </a:pPr>
            <a:r>
              <a:rPr kumimoji="0" lang="en-IN" sz="1400" b="1" i="0" u="none" strike="noStrike" cap="none" normalizeH="0" baseline="0" dirty="0">
                <a:ln>
                  <a:noFill/>
                </a:ln>
                <a:solidFill>
                  <a:schemeClr val="tx1"/>
                </a:solidFill>
                <a:effectLst/>
                <a:latin typeface="Verdana" pitchFamily="34" charset="0"/>
              </a:rPr>
              <a:t>INPUT INITIAL SIZE</a:t>
            </a:r>
          </a:p>
        </p:txBody>
      </p:sp>
      <p:cxnSp>
        <p:nvCxnSpPr>
          <p:cNvPr id="14" name="Straight Arrow Connector 13">
            <a:extLst>
              <a:ext uri="{FF2B5EF4-FFF2-40B4-BE49-F238E27FC236}">
                <a16:creationId xmlns:a16="http://schemas.microsoft.com/office/drawing/2014/main" id="{D11C5335-9D7A-DC72-DE57-F80D73C0B381}"/>
              </a:ext>
            </a:extLst>
          </p:cNvPr>
          <p:cNvCxnSpPr>
            <a:cxnSpLocks/>
          </p:cNvCxnSpPr>
          <p:nvPr/>
        </p:nvCxnSpPr>
        <p:spPr bwMode="auto">
          <a:xfrm>
            <a:off x="4400550" y="2658487"/>
            <a:ext cx="19050" cy="694313"/>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16" name="Flowchart: Decision 15">
            <a:extLst>
              <a:ext uri="{FF2B5EF4-FFF2-40B4-BE49-F238E27FC236}">
                <a16:creationId xmlns:a16="http://schemas.microsoft.com/office/drawing/2014/main" id="{E46C02F2-379E-AB48-62D2-2996EAE7159C}"/>
              </a:ext>
            </a:extLst>
          </p:cNvPr>
          <p:cNvSpPr/>
          <p:nvPr/>
        </p:nvSpPr>
        <p:spPr bwMode="auto">
          <a:xfrm>
            <a:off x="3019425" y="3368695"/>
            <a:ext cx="2800350" cy="1371600"/>
          </a:xfrm>
          <a:prstGeom prst="flowChartDecision">
            <a:avLst/>
          </a:prstGeom>
          <a:solidFill>
            <a:schemeClr val="bg1"/>
          </a:solid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vert="horz" wrap="square" lIns="91440" tIns="45720" rIns="91440" bIns="45720" numCol="1" rtlCol="0" anchor="t" anchorCtr="0" compatLnSpc="1">
            <a:prstTxWarp prst="textNoShape">
              <a:avLst/>
            </a:prstTxWarp>
            <a:spAutoFit/>
          </a:bodyPr>
          <a:lstStyle/>
          <a:p>
            <a:pPr marL="457200" marR="0" indent="0" algn="l" defTabSz="914400" rtl="0" eaLnBrk="1" fontAlgn="base" latinLnBrk="0" hangingPunct="1">
              <a:lnSpc>
                <a:spcPct val="100000"/>
              </a:lnSpc>
              <a:spcBef>
                <a:spcPct val="20000"/>
              </a:spcBef>
              <a:spcAft>
                <a:spcPct val="0"/>
              </a:spcAft>
              <a:buClrTx/>
              <a:buSzTx/>
              <a:buFontTx/>
              <a:buChar char="•"/>
              <a:tabLst/>
            </a:pPr>
            <a:endParaRPr kumimoji="0" lang="en-IN" sz="1400" b="1" i="0" u="none" strike="noStrike" cap="none" normalizeH="0" baseline="0">
              <a:ln>
                <a:noFill/>
              </a:ln>
              <a:solidFill>
                <a:schemeClr val="tx1"/>
              </a:solidFill>
              <a:effectLst/>
              <a:latin typeface="Verdana" pitchFamily="34" charset="0"/>
            </a:endParaRPr>
          </a:p>
        </p:txBody>
      </p:sp>
      <p:sp>
        <p:nvSpPr>
          <p:cNvPr id="17" name="TextBox 16">
            <a:extLst>
              <a:ext uri="{FF2B5EF4-FFF2-40B4-BE49-F238E27FC236}">
                <a16:creationId xmlns:a16="http://schemas.microsoft.com/office/drawing/2014/main" id="{EB25BF11-1E04-992C-EFBC-E78B1C710E23}"/>
              </a:ext>
            </a:extLst>
          </p:cNvPr>
          <p:cNvSpPr txBox="1"/>
          <p:nvPr/>
        </p:nvSpPr>
        <p:spPr>
          <a:xfrm>
            <a:off x="3924302" y="3694539"/>
            <a:ext cx="1143000" cy="738664"/>
          </a:xfrm>
          <a:prstGeom prst="rect">
            <a:avLst/>
          </a:prstGeom>
          <a:noFill/>
        </p:spPr>
        <p:txBody>
          <a:bodyPr wrap="square" rtlCol="0">
            <a:spAutoFit/>
          </a:bodyPr>
          <a:lstStyle/>
          <a:p>
            <a:pPr>
              <a:buNone/>
            </a:pPr>
            <a:r>
              <a:rPr lang="en-IN" dirty="0"/>
              <a:t>SIZE IS A  POWER OF 2</a:t>
            </a:r>
          </a:p>
        </p:txBody>
      </p:sp>
      <p:cxnSp>
        <p:nvCxnSpPr>
          <p:cNvPr id="19" name="Straight Arrow Connector 18">
            <a:extLst>
              <a:ext uri="{FF2B5EF4-FFF2-40B4-BE49-F238E27FC236}">
                <a16:creationId xmlns:a16="http://schemas.microsoft.com/office/drawing/2014/main" id="{5CC43750-41BE-285B-E0B2-119E22568E93}"/>
              </a:ext>
            </a:extLst>
          </p:cNvPr>
          <p:cNvCxnSpPr>
            <a:stCxn id="16" idx="3"/>
          </p:cNvCxnSpPr>
          <p:nvPr/>
        </p:nvCxnSpPr>
        <p:spPr bwMode="auto">
          <a:xfrm>
            <a:off x="5819775" y="4054495"/>
            <a:ext cx="809625"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20" name="Flowchart: Alternate Process 19">
            <a:extLst>
              <a:ext uri="{FF2B5EF4-FFF2-40B4-BE49-F238E27FC236}">
                <a16:creationId xmlns:a16="http://schemas.microsoft.com/office/drawing/2014/main" id="{D52A0F80-0407-57CE-3D12-34A3A95C71CA}"/>
              </a:ext>
            </a:extLst>
          </p:cNvPr>
          <p:cNvSpPr/>
          <p:nvPr/>
        </p:nvSpPr>
        <p:spPr bwMode="auto">
          <a:xfrm>
            <a:off x="6629400" y="3521095"/>
            <a:ext cx="1905000" cy="954107"/>
          </a:xfrm>
          <a:prstGeom prst="flowChartAlternateProcess">
            <a:avLst/>
          </a:prstGeom>
          <a:solidFill>
            <a:schemeClr val="bg1"/>
          </a:solid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vert="horz" wrap="square" lIns="91440" tIns="45720" rIns="91440" bIns="45720" numCol="1" rtlCol="0" anchor="t" anchorCtr="0" compatLnSpc="1">
            <a:prstTxWarp prst="textNoShape">
              <a:avLst/>
            </a:prstTxWarp>
            <a:spAutoFit/>
          </a:bodyPr>
          <a:lstStyle/>
          <a:p>
            <a:pPr marL="457200" marR="0" indent="0" algn="l" defTabSz="914400" rtl="0" eaLnBrk="1" fontAlgn="base" latinLnBrk="0" hangingPunct="1">
              <a:lnSpc>
                <a:spcPct val="100000"/>
              </a:lnSpc>
              <a:spcBef>
                <a:spcPct val="20000"/>
              </a:spcBef>
              <a:spcAft>
                <a:spcPct val="0"/>
              </a:spcAft>
              <a:buClrTx/>
              <a:buSzTx/>
              <a:buFontTx/>
              <a:buChar char="•"/>
              <a:tabLst/>
            </a:pPr>
            <a:endParaRPr kumimoji="0" lang="en-IN" sz="1400" b="1" i="0" u="none" strike="noStrike" cap="none" normalizeH="0" baseline="0">
              <a:ln>
                <a:noFill/>
              </a:ln>
              <a:solidFill>
                <a:schemeClr val="tx1"/>
              </a:solidFill>
              <a:effectLst/>
              <a:latin typeface="Verdana" pitchFamily="34" charset="0"/>
            </a:endParaRPr>
          </a:p>
        </p:txBody>
      </p:sp>
      <p:sp>
        <p:nvSpPr>
          <p:cNvPr id="21" name="TextBox 20">
            <a:extLst>
              <a:ext uri="{FF2B5EF4-FFF2-40B4-BE49-F238E27FC236}">
                <a16:creationId xmlns:a16="http://schemas.microsoft.com/office/drawing/2014/main" id="{354DCA3D-92EB-CB4E-4428-A309666839A8}"/>
              </a:ext>
            </a:extLst>
          </p:cNvPr>
          <p:cNvSpPr txBox="1"/>
          <p:nvPr/>
        </p:nvSpPr>
        <p:spPr>
          <a:xfrm>
            <a:off x="6934200" y="3733800"/>
            <a:ext cx="1371600" cy="523220"/>
          </a:xfrm>
          <a:prstGeom prst="rect">
            <a:avLst/>
          </a:prstGeom>
          <a:noFill/>
        </p:spPr>
        <p:txBody>
          <a:bodyPr wrap="square" rtlCol="0">
            <a:spAutoFit/>
          </a:bodyPr>
          <a:lstStyle/>
          <a:p>
            <a:pPr>
              <a:buNone/>
            </a:pPr>
            <a:r>
              <a:rPr lang="en-IN" dirty="0"/>
              <a:t>THROW EXCEPTION</a:t>
            </a:r>
          </a:p>
        </p:txBody>
      </p:sp>
      <p:sp>
        <p:nvSpPr>
          <p:cNvPr id="22" name="TextBox 21">
            <a:extLst>
              <a:ext uri="{FF2B5EF4-FFF2-40B4-BE49-F238E27FC236}">
                <a16:creationId xmlns:a16="http://schemas.microsoft.com/office/drawing/2014/main" id="{D85B363C-70AD-3000-3507-5CB584CEFAE1}"/>
              </a:ext>
            </a:extLst>
          </p:cNvPr>
          <p:cNvSpPr txBox="1"/>
          <p:nvPr/>
        </p:nvSpPr>
        <p:spPr>
          <a:xfrm>
            <a:off x="5791202" y="3733800"/>
            <a:ext cx="914400" cy="307777"/>
          </a:xfrm>
          <a:prstGeom prst="rect">
            <a:avLst/>
          </a:prstGeom>
          <a:noFill/>
        </p:spPr>
        <p:txBody>
          <a:bodyPr wrap="square" rtlCol="0">
            <a:spAutoFit/>
          </a:bodyPr>
          <a:lstStyle/>
          <a:p>
            <a:pPr>
              <a:buNone/>
            </a:pPr>
            <a:r>
              <a:rPr lang="en-IN" dirty="0"/>
              <a:t>N0</a:t>
            </a:r>
          </a:p>
        </p:txBody>
      </p:sp>
      <p:cxnSp>
        <p:nvCxnSpPr>
          <p:cNvPr id="24" name="Straight Arrow Connector 23">
            <a:extLst>
              <a:ext uri="{FF2B5EF4-FFF2-40B4-BE49-F238E27FC236}">
                <a16:creationId xmlns:a16="http://schemas.microsoft.com/office/drawing/2014/main" id="{5D48C793-2FC3-A4A2-257E-F20838E1F6D7}"/>
              </a:ext>
            </a:extLst>
          </p:cNvPr>
          <p:cNvCxnSpPr>
            <a:stCxn id="16" idx="2"/>
          </p:cNvCxnSpPr>
          <p:nvPr/>
        </p:nvCxnSpPr>
        <p:spPr bwMode="auto">
          <a:xfrm>
            <a:off x="4419600" y="4740295"/>
            <a:ext cx="0" cy="517505"/>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25" name="Flowchart: Alternate Process 24">
            <a:extLst>
              <a:ext uri="{FF2B5EF4-FFF2-40B4-BE49-F238E27FC236}">
                <a16:creationId xmlns:a16="http://schemas.microsoft.com/office/drawing/2014/main" id="{5EB21F9D-C977-B95A-235B-18B80EECBBEB}"/>
              </a:ext>
            </a:extLst>
          </p:cNvPr>
          <p:cNvSpPr/>
          <p:nvPr/>
        </p:nvSpPr>
        <p:spPr bwMode="auto">
          <a:xfrm>
            <a:off x="4522475" y="-44470"/>
            <a:ext cx="2106925" cy="824091"/>
          </a:xfrm>
          <a:prstGeom prst="flowChartAlternateProcess">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457200" marR="0" indent="0" algn="l" defTabSz="914400" rtl="0" eaLnBrk="1" fontAlgn="base" latinLnBrk="0" hangingPunct="1">
              <a:lnSpc>
                <a:spcPct val="100000"/>
              </a:lnSpc>
              <a:spcBef>
                <a:spcPct val="20000"/>
              </a:spcBef>
              <a:spcAft>
                <a:spcPct val="0"/>
              </a:spcAft>
              <a:buClrTx/>
              <a:buSzTx/>
              <a:buFontTx/>
              <a:buChar char="•"/>
              <a:tabLst/>
            </a:pPr>
            <a:endParaRPr kumimoji="0" lang="en-IN" sz="1400" b="1" i="0" u="none" strike="noStrike" cap="none" normalizeH="0" baseline="0">
              <a:ln>
                <a:noFill/>
              </a:ln>
              <a:solidFill>
                <a:schemeClr val="tx1"/>
              </a:solidFill>
              <a:effectLst/>
              <a:latin typeface="Verdana" pitchFamily="34" charset="0"/>
            </a:endParaRPr>
          </a:p>
        </p:txBody>
      </p:sp>
      <p:sp>
        <p:nvSpPr>
          <p:cNvPr id="28" name="Flowchart: Alternate Process 27">
            <a:extLst>
              <a:ext uri="{FF2B5EF4-FFF2-40B4-BE49-F238E27FC236}">
                <a16:creationId xmlns:a16="http://schemas.microsoft.com/office/drawing/2014/main" id="{9CD030EB-3047-E3F8-9A8B-1D9EDAB830F1}"/>
              </a:ext>
            </a:extLst>
          </p:cNvPr>
          <p:cNvSpPr/>
          <p:nvPr/>
        </p:nvSpPr>
        <p:spPr bwMode="auto">
          <a:xfrm>
            <a:off x="3366158" y="5234671"/>
            <a:ext cx="2171679" cy="937529"/>
          </a:xfrm>
          <a:prstGeom prst="flowChartAlternateProcess">
            <a:avLst/>
          </a:prstGeom>
          <a:solidFill>
            <a:schemeClr val="bg1"/>
          </a:solid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vert="horz" wrap="square" lIns="91440" tIns="45720" rIns="91440" bIns="45720" numCol="1" rtlCol="0" anchor="t" anchorCtr="0" compatLnSpc="1">
            <a:prstTxWarp prst="textNoShape">
              <a:avLst/>
            </a:prstTxWarp>
            <a:spAutoFit/>
          </a:bodyPr>
          <a:lstStyle/>
          <a:p>
            <a:pPr marL="457200" marR="0" indent="0" algn="l" defTabSz="914400" rtl="0" eaLnBrk="1" fontAlgn="base" latinLnBrk="0" hangingPunct="1">
              <a:lnSpc>
                <a:spcPct val="100000"/>
              </a:lnSpc>
              <a:spcBef>
                <a:spcPct val="20000"/>
              </a:spcBef>
              <a:spcAft>
                <a:spcPct val="0"/>
              </a:spcAft>
              <a:buClrTx/>
              <a:buSzTx/>
              <a:buFontTx/>
              <a:buChar char="•"/>
              <a:tabLst/>
            </a:pPr>
            <a:endParaRPr kumimoji="0" lang="en-IN" sz="1400" b="1" i="0" u="none" strike="noStrike" cap="none" normalizeH="0" baseline="0">
              <a:ln>
                <a:noFill/>
              </a:ln>
              <a:solidFill>
                <a:schemeClr val="tx1"/>
              </a:solidFill>
              <a:effectLst/>
              <a:latin typeface="Verdana" pitchFamily="34" charset="0"/>
            </a:endParaRPr>
          </a:p>
        </p:txBody>
      </p:sp>
      <p:sp>
        <p:nvSpPr>
          <p:cNvPr id="29" name="TextBox 28">
            <a:extLst>
              <a:ext uri="{FF2B5EF4-FFF2-40B4-BE49-F238E27FC236}">
                <a16:creationId xmlns:a16="http://schemas.microsoft.com/office/drawing/2014/main" id="{CF9AA7C4-D42E-AC20-3311-8B5B53CE5E13}"/>
              </a:ext>
            </a:extLst>
          </p:cNvPr>
          <p:cNvSpPr txBox="1"/>
          <p:nvPr/>
        </p:nvSpPr>
        <p:spPr>
          <a:xfrm>
            <a:off x="3710008" y="5382280"/>
            <a:ext cx="1624934" cy="523220"/>
          </a:xfrm>
          <a:prstGeom prst="rect">
            <a:avLst/>
          </a:prstGeom>
          <a:noFill/>
        </p:spPr>
        <p:txBody>
          <a:bodyPr wrap="square" rtlCol="0">
            <a:spAutoFit/>
          </a:bodyPr>
          <a:lstStyle/>
          <a:p>
            <a:pPr>
              <a:buNone/>
            </a:pPr>
            <a:r>
              <a:rPr lang="en-IN" dirty="0"/>
              <a:t>INITIALIZE TABLE 1&amp;2</a:t>
            </a:r>
          </a:p>
        </p:txBody>
      </p:sp>
      <p:sp>
        <p:nvSpPr>
          <p:cNvPr id="31" name="TextBox 30">
            <a:extLst>
              <a:ext uri="{FF2B5EF4-FFF2-40B4-BE49-F238E27FC236}">
                <a16:creationId xmlns:a16="http://schemas.microsoft.com/office/drawing/2014/main" id="{961DB5A8-77A0-BD87-290D-BF03C9B36140}"/>
              </a:ext>
            </a:extLst>
          </p:cNvPr>
          <p:cNvSpPr txBox="1"/>
          <p:nvPr/>
        </p:nvSpPr>
        <p:spPr>
          <a:xfrm>
            <a:off x="4408148" y="4821182"/>
            <a:ext cx="963929" cy="307777"/>
          </a:xfrm>
          <a:prstGeom prst="rect">
            <a:avLst/>
          </a:prstGeom>
          <a:noFill/>
        </p:spPr>
        <p:txBody>
          <a:bodyPr wrap="square" rtlCol="0">
            <a:spAutoFit/>
          </a:bodyPr>
          <a:lstStyle/>
          <a:p>
            <a:pPr>
              <a:buNone/>
            </a:pPr>
            <a:r>
              <a:rPr lang="en-IN" dirty="0"/>
              <a:t>YES</a:t>
            </a:r>
          </a:p>
        </p:txBody>
      </p:sp>
    </p:spTree>
    <p:extLst>
      <p:ext uri="{BB962C8B-B14F-4D97-AF65-F5344CB8AC3E}">
        <p14:creationId xmlns:p14="http://schemas.microsoft.com/office/powerpoint/2010/main" val="780168301"/>
      </p:ext>
    </p:extLst>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F09D09B-E9A4-6790-3104-B602788488C8}"/>
              </a:ext>
            </a:extLst>
          </p:cNvPr>
          <p:cNvSpPr>
            <a:spLocks noGrp="1"/>
          </p:cNvSpPr>
          <p:nvPr>
            <p:ph type="ftr" sz="quarter" idx="10"/>
          </p:nvPr>
        </p:nvSpPr>
        <p:spPr/>
        <p:txBody>
          <a:bodyPr/>
          <a:lstStyle/>
          <a:p>
            <a:pPr>
              <a:defRPr/>
            </a:pPr>
            <a:r>
              <a:rPr lang="en-US"/>
              <a:t>Department of IT</a:t>
            </a:r>
          </a:p>
        </p:txBody>
      </p:sp>
      <p:cxnSp>
        <p:nvCxnSpPr>
          <p:cNvPr id="8" name="Straight Arrow Connector 7">
            <a:extLst>
              <a:ext uri="{FF2B5EF4-FFF2-40B4-BE49-F238E27FC236}">
                <a16:creationId xmlns:a16="http://schemas.microsoft.com/office/drawing/2014/main" id="{9CE8F85B-66A4-22EE-E793-F0DA30DBC869}"/>
              </a:ext>
            </a:extLst>
          </p:cNvPr>
          <p:cNvCxnSpPr/>
          <p:nvPr/>
        </p:nvCxnSpPr>
        <p:spPr bwMode="auto">
          <a:xfrm>
            <a:off x="4457700" y="685800"/>
            <a:ext cx="0" cy="38100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9" name="Flowchart: Alternate Process 8">
            <a:extLst>
              <a:ext uri="{FF2B5EF4-FFF2-40B4-BE49-F238E27FC236}">
                <a16:creationId xmlns:a16="http://schemas.microsoft.com/office/drawing/2014/main" id="{09961C53-C9F5-67B8-B58E-7D6981568E0A}"/>
              </a:ext>
            </a:extLst>
          </p:cNvPr>
          <p:cNvSpPr/>
          <p:nvPr/>
        </p:nvSpPr>
        <p:spPr bwMode="auto">
          <a:xfrm>
            <a:off x="3009905" y="1030278"/>
            <a:ext cx="2895589" cy="1219200"/>
          </a:xfrm>
          <a:prstGeom prst="flowChartAlternateProcess">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457200" marR="0" indent="0" algn="l" defTabSz="914400" rtl="0" eaLnBrk="1" fontAlgn="base" latinLnBrk="0" hangingPunct="1">
              <a:lnSpc>
                <a:spcPct val="100000"/>
              </a:lnSpc>
              <a:spcBef>
                <a:spcPct val="20000"/>
              </a:spcBef>
              <a:spcAft>
                <a:spcPct val="0"/>
              </a:spcAft>
              <a:buClrTx/>
              <a:buSzTx/>
              <a:buFontTx/>
              <a:buChar char="•"/>
              <a:tabLst/>
            </a:pPr>
            <a:endParaRPr kumimoji="0" lang="en-IN" sz="1400" b="1" i="0" u="none" strike="noStrike" cap="none" normalizeH="0" baseline="0">
              <a:ln>
                <a:noFill/>
              </a:ln>
              <a:solidFill>
                <a:schemeClr val="tx1"/>
              </a:solidFill>
              <a:effectLst/>
              <a:latin typeface="Verdana" pitchFamily="34" charset="0"/>
            </a:endParaRPr>
          </a:p>
        </p:txBody>
      </p:sp>
      <p:sp>
        <p:nvSpPr>
          <p:cNvPr id="10" name="Flowchart: Alternate Process 9">
            <a:extLst>
              <a:ext uri="{FF2B5EF4-FFF2-40B4-BE49-F238E27FC236}">
                <a16:creationId xmlns:a16="http://schemas.microsoft.com/office/drawing/2014/main" id="{D7E2DAA0-20E7-E347-2CD9-5BBC99D40002}"/>
              </a:ext>
            </a:extLst>
          </p:cNvPr>
          <p:cNvSpPr/>
          <p:nvPr/>
        </p:nvSpPr>
        <p:spPr bwMode="auto">
          <a:xfrm>
            <a:off x="3461396" y="1060758"/>
            <a:ext cx="1992607" cy="340519"/>
          </a:xfrm>
          <a:prstGeom prst="flowChartAlternateProcess">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457200" marR="0" indent="0" algn="l" defTabSz="914400" rtl="0" eaLnBrk="1" fontAlgn="base" latinLnBrk="0" hangingPunct="1">
              <a:lnSpc>
                <a:spcPct val="100000"/>
              </a:lnSpc>
              <a:spcBef>
                <a:spcPct val="20000"/>
              </a:spcBef>
              <a:spcAft>
                <a:spcPct val="0"/>
              </a:spcAft>
              <a:buClrTx/>
              <a:buSzTx/>
              <a:buNone/>
              <a:tabLst/>
            </a:pPr>
            <a:endParaRPr kumimoji="0" lang="en-IN" sz="1400" b="1" i="0" u="none" strike="noStrike" cap="none" normalizeH="0" baseline="0" dirty="0">
              <a:ln>
                <a:noFill/>
              </a:ln>
              <a:solidFill>
                <a:schemeClr val="tx1"/>
              </a:solidFill>
              <a:effectLst/>
              <a:latin typeface="Verdana" pitchFamily="34" charset="0"/>
            </a:endParaRPr>
          </a:p>
        </p:txBody>
      </p:sp>
      <p:sp>
        <p:nvSpPr>
          <p:cNvPr id="11" name="TextBox 10">
            <a:extLst>
              <a:ext uri="{FF2B5EF4-FFF2-40B4-BE49-F238E27FC236}">
                <a16:creationId xmlns:a16="http://schemas.microsoft.com/office/drawing/2014/main" id="{F7D212A6-7416-118C-2D90-B167C9F4753F}"/>
              </a:ext>
            </a:extLst>
          </p:cNvPr>
          <p:cNvSpPr txBox="1"/>
          <p:nvPr/>
        </p:nvSpPr>
        <p:spPr>
          <a:xfrm>
            <a:off x="3733800" y="1078954"/>
            <a:ext cx="1447798" cy="307777"/>
          </a:xfrm>
          <a:prstGeom prst="rect">
            <a:avLst/>
          </a:prstGeom>
          <a:solidFill>
            <a:schemeClr val="bg1"/>
          </a:solidFill>
        </p:spPr>
        <p:txBody>
          <a:bodyPr wrap="square" rtlCol="0">
            <a:spAutoFit/>
          </a:bodyPr>
          <a:lstStyle/>
          <a:p>
            <a:pPr>
              <a:buNone/>
            </a:pPr>
            <a:r>
              <a:rPr lang="en-IN" dirty="0"/>
              <a:t>INSERT KEY</a:t>
            </a:r>
          </a:p>
        </p:txBody>
      </p:sp>
      <p:cxnSp>
        <p:nvCxnSpPr>
          <p:cNvPr id="13" name="Straight Arrow Connector 12">
            <a:extLst>
              <a:ext uri="{FF2B5EF4-FFF2-40B4-BE49-F238E27FC236}">
                <a16:creationId xmlns:a16="http://schemas.microsoft.com/office/drawing/2014/main" id="{8019D90C-E01A-346F-B6F0-4EC1FFA73D63}"/>
              </a:ext>
            </a:extLst>
          </p:cNvPr>
          <p:cNvCxnSpPr>
            <a:cxnSpLocks/>
            <a:stCxn id="10" idx="2"/>
          </p:cNvCxnSpPr>
          <p:nvPr/>
        </p:nvCxnSpPr>
        <p:spPr bwMode="auto">
          <a:xfrm>
            <a:off x="4457700" y="1401277"/>
            <a:ext cx="0" cy="709105"/>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14" name="Flowchart: Decision 13">
            <a:extLst>
              <a:ext uri="{FF2B5EF4-FFF2-40B4-BE49-F238E27FC236}">
                <a16:creationId xmlns:a16="http://schemas.microsoft.com/office/drawing/2014/main" id="{9EAC52CD-1F45-1EE7-C003-AFBD0A5B7F63}"/>
              </a:ext>
            </a:extLst>
          </p:cNvPr>
          <p:cNvSpPr/>
          <p:nvPr/>
        </p:nvSpPr>
        <p:spPr bwMode="auto">
          <a:xfrm>
            <a:off x="3084207" y="2127558"/>
            <a:ext cx="2705095" cy="1524000"/>
          </a:xfrm>
          <a:prstGeom prst="flowChartDecision">
            <a:avLst/>
          </a:prstGeom>
          <a:solidFill>
            <a:schemeClr val="bg1"/>
          </a:solid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vert="horz" wrap="square" lIns="91440" tIns="45720" rIns="91440" bIns="45720" numCol="1" rtlCol="0" anchor="t" anchorCtr="0" compatLnSpc="1">
            <a:prstTxWarp prst="textNoShape">
              <a:avLst/>
            </a:prstTxWarp>
            <a:spAutoFit/>
          </a:bodyPr>
          <a:lstStyle/>
          <a:p>
            <a:pPr marL="457200" marR="0" indent="0" algn="l" defTabSz="914400" rtl="0" eaLnBrk="1" fontAlgn="base" latinLnBrk="0" hangingPunct="1">
              <a:lnSpc>
                <a:spcPct val="100000"/>
              </a:lnSpc>
              <a:spcBef>
                <a:spcPct val="20000"/>
              </a:spcBef>
              <a:spcAft>
                <a:spcPct val="0"/>
              </a:spcAft>
              <a:buClrTx/>
              <a:buSzTx/>
              <a:buFontTx/>
              <a:buChar char="•"/>
              <a:tabLst/>
            </a:pPr>
            <a:endParaRPr kumimoji="0" lang="en-IN" sz="1400" b="1" i="0" u="none" strike="noStrike" cap="none" normalizeH="0" baseline="0" dirty="0">
              <a:ln>
                <a:noFill/>
              </a:ln>
              <a:solidFill>
                <a:schemeClr val="tx1"/>
              </a:solidFill>
              <a:effectLst/>
              <a:latin typeface="Verdana" pitchFamily="34" charset="0"/>
            </a:endParaRPr>
          </a:p>
        </p:txBody>
      </p:sp>
      <p:sp>
        <p:nvSpPr>
          <p:cNvPr id="15" name="TextBox 14">
            <a:extLst>
              <a:ext uri="{FF2B5EF4-FFF2-40B4-BE49-F238E27FC236}">
                <a16:creationId xmlns:a16="http://schemas.microsoft.com/office/drawing/2014/main" id="{69973585-C852-62F7-3AD0-664FECE04F77}"/>
              </a:ext>
            </a:extLst>
          </p:cNvPr>
          <p:cNvSpPr txBox="1"/>
          <p:nvPr/>
        </p:nvSpPr>
        <p:spPr>
          <a:xfrm>
            <a:off x="3694778" y="2498682"/>
            <a:ext cx="1720201" cy="781752"/>
          </a:xfrm>
          <a:prstGeom prst="rect">
            <a:avLst/>
          </a:prstGeom>
          <a:noFill/>
        </p:spPr>
        <p:txBody>
          <a:bodyPr wrap="square" rtlCol="0">
            <a:spAutoFit/>
          </a:bodyPr>
          <a:lstStyle/>
          <a:p>
            <a:pPr>
              <a:buNone/>
            </a:pPr>
            <a:r>
              <a:rPr lang="en-IN" dirty="0"/>
              <a:t>CHECKING LOAD FACTOR </a:t>
            </a:r>
          </a:p>
          <a:p>
            <a:pPr>
              <a:buNone/>
            </a:pPr>
            <a:r>
              <a:rPr lang="en-IN" dirty="0"/>
              <a:t>(SIZE&gt;=M/2)</a:t>
            </a:r>
          </a:p>
        </p:txBody>
      </p:sp>
      <p:cxnSp>
        <p:nvCxnSpPr>
          <p:cNvPr id="17" name="Straight Arrow Connector 16">
            <a:extLst>
              <a:ext uri="{FF2B5EF4-FFF2-40B4-BE49-F238E27FC236}">
                <a16:creationId xmlns:a16="http://schemas.microsoft.com/office/drawing/2014/main" id="{60B2A99C-EB4F-FA9E-EAC6-4458161305B4}"/>
              </a:ext>
            </a:extLst>
          </p:cNvPr>
          <p:cNvCxnSpPr>
            <a:stCxn id="14" idx="3"/>
          </p:cNvCxnSpPr>
          <p:nvPr/>
        </p:nvCxnSpPr>
        <p:spPr bwMode="auto">
          <a:xfrm>
            <a:off x="5789302" y="2889558"/>
            <a:ext cx="971554"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CD43C7B4-6393-5F27-D133-8A2023CC7698}"/>
              </a:ext>
            </a:extLst>
          </p:cNvPr>
          <p:cNvCxnSpPr>
            <a:stCxn id="14" idx="2"/>
          </p:cNvCxnSpPr>
          <p:nvPr/>
        </p:nvCxnSpPr>
        <p:spPr bwMode="auto">
          <a:xfrm>
            <a:off x="4436755" y="3651558"/>
            <a:ext cx="0" cy="65532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20" name="Rectangle: Rounded Corners 19">
            <a:extLst>
              <a:ext uri="{FF2B5EF4-FFF2-40B4-BE49-F238E27FC236}">
                <a16:creationId xmlns:a16="http://schemas.microsoft.com/office/drawing/2014/main" id="{EEFB1774-0AC5-0920-75DD-AC7C3B533AFD}"/>
              </a:ext>
            </a:extLst>
          </p:cNvPr>
          <p:cNvSpPr/>
          <p:nvPr/>
        </p:nvSpPr>
        <p:spPr bwMode="auto">
          <a:xfrm>
            <a:off x="3116580" y="4331840"/>
            <a:ext cx="2800339" cy="340519"/>
          </a:xfrm>
          <a:prstGeom prst="round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457200" marR="0" indent="0" algn="l" defTabSz="914400" rtl="0" eaLnBrk="1" fontAlgn="base" latinLnBrk="0" hangingPunct="1">
              <a:lnSpc>
                <a:spcPct val="100000"/>
              </a:lnSpc>
              <a:spcBef>
                <a:spcPct val="20000"/>
              </a:spcBef>
              <a:spcAft>
                <a:spcPct val="0"/>
              </a:spcAft>
              <a:buClrTx/>
              <a:buSzTx/>
              <a:buNone/>
              <a:tabLst/>
            </a:pPr>
            <a:r>
              <a:rPr lang="en-IN" dirty="0">
                <a:solidFill>
                  <a:schemeClr val="tx1"/>
                </a:solidFill>
                <a:latin typeface="Verdana" pitchFamily="34" charset="0"/>
              </a:rPr>
              <a:t>      REHASH</a:t>
            </a:r>
            <a:endParaRPr kumimoji="0" lang="en-IN" sz="1400" b="1" i="0" u="none" strike="noStrike" cap="none" normalizeH="0" baseline="0" dirty="0">
              <a:ln>
                <a:noFill/>
              </a:ln>
              <a:solidFill>
                <a:schemeClr val="tx1"/>
              </a:solidFill>
              <a:effectLst/>
              <a:latin typeface="Verdana" pitchFamily="34" charset="0"/>
            </a:endParaRPr>
          </a:p>
        </p:txBody>
      </p:sp>
      <p:sp>
        <p:nvSpPr>
          <p:cNvPr id="23" name="Rectangle: Rounded Corners 22">
            <a:extLst>
              <a:ext uri="{FF2B5EF4-FFF2-40B4-BE49-F238E27FC236}">
                <a16:creationId xmlns:a16="http://schemas.microsoft.com/office/drawing/2014/main" id="{76C11D29-2E03-BE11-73BA-5D301316AEB0}"/>
              </a:ext>
            </a:extLst>
          </p:cNvPr>
          <p:cNvSpPr/>
          <p:nvPr/>
        </p:nvSpPr>
        <p:spPr bwMode="auto">
          <a:xfrm>
            <a:off x="6858000" y="2249478"/>
            <a:ext cx="1600200" cy="1219190"/>
          </a:xfrm>
          <a:prstGeom prst="round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457200" marR="0" indent="0" algn="l" defTabSz="914400" rtl="0" eaLnBrk="1" fontAlgn="base" latinLnBrk="0" hangingPunct="1">
              <a:lnSpc>
                <a:spcPct val="100000"/>
              </a:lnSpc>
              <a:spcBef>
                <a:spcPct val="20000"/>
              </a:spcBef>
              <a:spcAft>
                <a:spcPct val="0"/>
              </a:spcAft>
              <a:buClrTx/>
              <a:buSzTx/>
              <a:buFontTx/>
              <a:buChar char="•"/>
              <a:tabLst/>
            </a:pPr>
            <a:endParaRPr kumimoji="0" lang="en-IN" sz="1400" b="1" i="0" u="none" strike="noStrike" cap="none" normalizeH="0" baseline="0">
              <a:ln>
                <a:noFill/>
              </a:ln>
              <a:solidFill>
                <a:schemeClr val="tx1"/>
              </a:solidFill>
              <a:effectLst/>
              <a:latin typeface="Verdana" pitchFamily="34" charset="0"/>
            </a:endParaRPr>
          </a:p>
        </p:txBody>
      </p:sp>
      <p:sp>
        <p:nvSpPr>
          <p:cNvPr id="24" name="TextBox 23">
            <a:extLst>
              <a:ext uri="{FF2B5EF4-FFF2-40B4-BE49-F238E27FC236}">
                <a16:creationId xmlns:a16="http://schemas.microsoft.com/office/drawing/2014/main" id="{BCA54952-A905-14C4-A76D-AA88F2F98F75}"/>
              </a:ext>
            </a:extLst>
          </p:cNvPr>
          <p:cNvSpPr txBox="1"/>
          <p:nvPr/>
        </p:nvSpPr>
        <p:spPr>
          <a:xfrm>
            <a:off x="7010400" y="2498682"/>
            <a:ext cx="1447800" cy="738664"/>
          </a:xfrm>
          <a:prstGeom prst="rect">
            <a:avLst/>
          </a:prstGeom>
          <a:noFill/>
        </p:spPr>
        <p:txBody>
          <a:bodyPr wrap="square" rtlCol="0">
            <a:spAutoFit/>
          </a:bodyPr>
          <a:lstStyle/>
          <a:p>
            <a:pPr>
              <a:buNone/>
            </a:pPr>
            <a:r>
              <a:rPr lang="en-IN" dirty="0"/>
              <a:t>COMPUTE POSITION IN TABLE1</a:t>
            </a:r>
          </a:p>
        </p:txBody>
      </p:sp>
      <p:cxnSp>
        <p:nvCxnSpPr>
          <p:cNvPr id="27" name="Straight Arrow Connector 26">
            <a:extLst>
              <a:ext uri="{FF2B5EF4-FFF2-40B4-BE49-F238E27FC236}">
                <a16:creationId xmlns:a16="http://schemas.microsoft.com/office/drawing/2014/main" id="{14B55501-B3BA-B2E6-02BB-7E6729C5FE60}"/>
              </a:ext>
            </a:extLst>
          </p:cNvPr>
          <p:cNvCxnSpPr>
            <a:cxnSpLocks/>
            <a:stCxn id="20" idx="2"/>
          </p:cNvCxnSpPr>
          <p:nvPr/>
        </p:nvCxnSpPr>
        <p:spPr bwMode="auto">
          <a:xfrm>
            <a:off x="4516750" y="4672359"/>
            <a:ext cx="0" cy="890241"/>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3" name="Flowchart: Connector 2">
            <a:extLst>
              <a:ext uri="{FF2B5EF4-FFF2-40B4-BE49-F238E27FC236}">
                <a16:creationId xmlns:a16="http://schemas.microsoft.com/office/drawing/2014/main" id="{C6A2EFE0-5064-B690-AF10-DFA7F8E4E883}"/>
              </a:ext>
            </a:extLst>
          </p:cNvPr>
          <p:cNvSpPr/>
          <p:nvPr/>
        </p:nvSpPr>
        <p:spPr bwMode="auto">
          <a:xfrm>
            <a:off x="4196237" y="226075"/>
            <a:ext cx="522923" cy="492395"/>
          </a:xfrm>
          <a:prstGeom prst="flowChartConnector">
            <a:avLst/>
          </a:prstGeom>
          <a:ln>
            <a:headEnd type="none" w="med" len="med"/>
            <a:tailEnd type="none" w="med" len="med"/>
          </a:ln>
        </p:spPr>
        <p:style>
          <a:lnRef idx="2">
            <a:schemeClr val="accent3">
              <a:shade val="15000"/>
            </a:schemeClr>
          </a:lnRef>
          <a:fillRef idx="1">
            <a:schemeClr val="accent3"/>
          </a:fillRef>
          <a:effectRef idx="0">
            <a:schemeClr val="accent3"/>
          </a:effectRef>
          <a:fontRef idx="minor">
            <a:schemeClr val="lt1"/>
          </a:fontRef>
        </p:style>
        <p:txBody>
          <a:bodyPr vert="horz" wrap="square" lIns="91440" tIns="45720" rIns="91440" bIns="45720" numCol="1" rtlCol="0" anchor="t" anchorCtr="0" compatLnSpc="1">
            <a:prstTxWarp prst="textNoShape">
              <a:avLst/>
            </a:prstTxWarp>
            <a:spAutoFit/>
          </a:bodyPr>
          <a:lstStyle/>
          <a:p>
            <a:pPr marL="457200" marR="0" indent="0" algn="l" defTabSz="914400" rtl="0" eaLnBrk="1" fontAlgn="base" latinLnBrk="0" hangingPunct="1">
              <a:lnSpc>
                <a:spcPct val="100000"/>
              </a:lnSpc>
              <a:spcBef>
                <a:spcPct val="20000"/>
              </a:spcBef>
              <a:spcAft>
                <a:spcPct val="0"/>
              </a:spcAft>
              <a:buClrTx/>
              <a:buSzTx/>
              <a:buFontTx/>
              <a:buChar char="•"/>
              <a:tabLst/>
            </a:pPr>
            <a:endParaRPr kumimoji="0" lang="en-IN" sz="1400" b="1" i="0" u="none" strike="noStrike" cap="none" normalizeH="0" baseline="0">
              <a:ln>
                <a:noFill/>
              </a:ln>
              <a:solidFill>
                <a:schemeClr val="tx1"/>
              </a:solidFill>
              <a:effectLst/>
              <a:latin typeface="Verdana" pitchFamily="34" charset="0"/>
            </a:endParaRPr>
          </a:p>
        </p:txBody>
      </p:sp>
      <p:sp>
        <p:nvSpPr>
          <p:cNvPr id="6" name="TextBox 5">
            <a:extLst>
              <a:ext uri="{FF2B5EF4-FFF2-40B4-BE49-F238E27FC236}">
                <a16:creationId xmlns:a16="http://schemas.microsoft.com/office/drawing/2014/main" id="{122386EE-54AF-4449-A35E-0D4F0E8E5BD8}"/>
              </a:ext>
            </a:extLst>
          </p:cNvPr>
          <p:cNvSpPr txBox="1"/>
          <p:nvPr/>
        </p:nvSpPr>
        <p:spPr>
          <a:xfrm>
            <a:off x="4307176" y="334477"/>
            <a:ext cx="1147779" cy="307777"/>
          </a:xfrm>
          <a:prstGeom prst="rect">
            <a:avLst/>
          </a:prstGeom>
          <a:noFill/>
        </p:spPr>
        <p:txBody>
          <a:bodyPr wrap="square" rtlCol="0">
            <a:spAutoFit/>
          </a:bodyPr>
          <a:lstStyle/>
          <a:p>
            <a:pPr>
              <a:buNone/>
            </a:pPr>
            <a:r>
              <a:rPr lang="en-IN" dirty="0"/>
              <a:t>C</a:t>
            </a:r>
          </a:p>
        </p:txBody>
      </p:sp>
      <p:sp>
        <p:nvSpPr>
          <p:cNvPr id="7" name="Flowchart: Connector 6">
            <a:extLst>
              <a:ext uri="{FF2B5EF4-FFF2-40B4-BE49-F238E27FC236}">
                <a16:creationId xmlns:a16="http://schemas.microsoft.com/office/drawing/2014/main" id="{7AD2A07B-486D-A092-0C4E-7F5623AC06B7}"/>
              </a:ext>
            </a:extLst>
          </p:cNvPr>
          <p:cNvSpPr/>
          <p:nvPr/>
        </p:nvSpPr>
        <p:spPr bwMode="auto">
          <a:xfrm>
            <a:off x="4196237" y="5522922"/>
            <a:ext cx="569624" cy="609600"/>
          </a:xfrm>
          <a:prstGeom prst="flowChartConnector">
            <a:avLst/>
          </a:prstGeom>
          <a:ln>
            <a:headEnd type="none" w="med" len="med"/>
            <a:tailEnd type="none" w="med" len="med"/>
          </a:ln>
        </p:spPr>
        <p:style>
          <a:lnRef idx="2">
            <a:schemeClr val="accent3">
              <a:shade val="15000"/>
            </a:schemeClr>
          </a:lnRef>
          <a:fillRef idx="1">
            <a:schemeClr val="accent3"/>
          </a:fillRef>
          <a:effectRef idx="0">
            <a:schemeClr val="accent3"/>
          </a:effectRef>
          <a:fontRef idx="minor">
            <a:schemeClr val="lt1"/>
          </a:fontRef>
        </p:style>
        <p:txBody>
          <a:bodyPr vert="horz" wrap="square" lIns="91440" tIns="45720" rIns="91440" bIns="45720" numCol="1" rtlCol="0" anchor="t" anchorCtr="0" compatLnSpc="1">
            <a:prstTxWarp prst="textNoShape">
              <a:avLst/>
            </a:prstTxWarp>
            <a:spAutoFit/>
          </a:bodyPr>
          <a:lstStyle/>
          <a:p>
            <a:pPr marL="457200" marR="0" indent="0" algn="l" defTabSz="914400" rtl="0" eaLnBrk="1" fontAlgn="base" latinLnBrk="0" hangingPunct="1">
              <a:lnSpc>
                <a:spcPct val="100000"/>
              </a:lnSpc>
              <a:spcBef>
                <a:spcPct val="20000"/>
              </a:spcBef>
              <a:spcAft>
                <a:spcPct val="0"/>
              </a:spcAft>
              <a:buClrTx/>
              <a:buSzTx/>
              <a:buFontTx/>
              <a:buChar char="•"/>
              <a:tabLst/>
            </a:pPr>
            <a:endParaRPr kumimoji="0" lang="en-IN" sz="1400" b="1" i="0" u="none" strike="noStrike" cap="none" normalizeH="0" baseline="0">
              <a:ln>
                <a:noFill/>
              </a:ln>
              <a:solidFill>
                <a:schemeClr val="tx1"/>
              </a:solidFill>
              <a:effectLst/>
              <a:latin typeface="Verdana" pitchFamily="34" charset="0"/>
            </a:endParaRPr>
          </a:p>
        </p:txBody>
      </p:sp>
      <p:sp>
        <p:nvSpPr>
          <p:cNvPr id="12" name="TextBox 11">
            <a:extLst>
              <a:ext uri="{FF2B5EF4-FFF2-40B4-BE49-F238E27FC236}">
                <a16:creationId xmlns:a16="http://schemas.microsoft.com/office/drawing/2014/main" id="{0C62376D-D601-60C9-82B1-AB123F34221F}"/>
              </a:ext>
            </a:extLst>
          </p:cNvPr>
          <p:cNvSpPr txBox="1"/>
          <p:nvPr/>
        </p:nvSpPr>
        <p:spPr>
          <a:xfrm>
            <a:off x="4321221" y="5673833"/>
            <a:ext cx="264824" cy="307777"/>
          </a:xfrm>
          <a:prstGeom prst="rect">
            <a:avLst/>
          </a:prstGeom>
          <a:noFill/>
        </p:spPr>
        <p:txBody>
          <a:bodyPr wrap="square" rtlCol="0">
            <a:spAutoFit/>
          </a:bodyPr>
          <a:lstStyle/>
          <a:p>
            <a:pPr>
              <a:buNone/>
            </a:pPr>
            <a:r>
              <a:rPr lang="en-IN" dirty="0"/>
              <a:t>C</a:t>
            </a:r>
          </a:p>
        </p:txBody>
      </p:sp>
      <p:sp>
        <p:nvSpPr>
          <p:cNvPr id="16" name="TextBox 15">
            <a:extLst>
              <a:ext uri="{FF2B5EF4-FFF2-40B4-BE49-F238E27FC236}">
                <a16:creationId xmlns:a16="http://schemas.microsoft.com/office/drawing/2014/main" id="{B69EEAC2-C072-F6BE-79C7-74404C207032}"/>
              </a:ext>
            </a:extLst>
          </p:cNvPr>
          <p:cNvSpPr txBox="1"/>
          <p:nvPr/>
        </p:nvSpPr>
        <p:spPr>
          <a:xfrm>
            <a:off x="5985987" y="2544206"/>
            <a:ext cx="578183" cy="307777"/>
          </a:xfrm>
          <a:prstGeom prst="rect">
            <a:avLst/>
          </a:prstGeom>
          <a:noFill/>
        </p:spPr>
        <p:txBody>
          <a:bodyPr wrap="square" rtlCol="0">
            <a:spAutoFit/>
          </a:bodyPr>
          <a:lstStyle/>
          <a:p>
            <a:pPr>
              <a:buNone/>
            </a:pPr>
            <a:r>
              <a:rPr lang="en-IN" dirty="0"/>
              <a:t>No</a:t>
            </a:r>
          </a:p>
        </p:txBody>
      </p:sp>
      <p:sp>
        <p:nvSpPr>
          <p:cNvPr id="22" name="TextBox 21">
            <a:extLst>
              <a:ext uri="{FF2B5EF4-FFF2-40B4-BE49-F238E27FC236}">
                <a16:creationId xmlns:a16="http://schemas.microsoft.com/office/drawing/2014/main" id="{38B4B368-B7EC-96D4-785B-E119353961BF}"/>
              </a:ext>
            </a:extLst>
          </p:cNvPr>
          <p:cNvSpPr txBox="1"/>
          <p:nvPr/>
        </p:nvSpPr>
        <p:spPr>
          <a:xfrm flipH="1">
            <a:off x="4404151" y="3812236"/>
            <a:ext cx="723420" cy="307777"/>
          </a:xfrm>
          <a:prstGeom prst="rect">
            <a:avLst/>
          </a:prstGeom>
          <a:noFill/>
        </p:spPr>
        <p:txBody>
          <a:bodyPr wrap="square" rtlCol="0">
            <a:spAutoFit/>
          </a:bodyPr>
          <a:lstStyle/>
          <a:p>
            <a:pPr>
              <a:buNone/>
            </a:pPr>
            <a:r>
              <a:rPr lang="en-IN" dirty="0"/>
              <a:t>Yes</a:t>
            </a:r>
          </a:p>
        </p:txBody>
      </p:sp>
    </p:spTree>
    <p:extLst>
      <p:ext uri="{BB962C8B-B14F-4D97-AF65-F5344CB8AC3E}">
        <p14:creationId xmlns:p14="http://schemas.microsoft.com/office/powerpoint/2010/main" val="2400536716"/>
      </p:ext>
    </p:extLst>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61F41-141F-837F-534F-A614C481B2FF}"/>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681CF0A4-5E10-EDAE-4D88-A4713285F246}"/>
              </a:ext>
            </a:extLst>
          </p:cNvPr>
          <p:cNvSpPr>
            <a:spLocks noGrp="1"/>
          </p:cNvSpPr>
          <p:nvPr>
            <p:ph type="ftr" sz="quarter" idx="10"/>
          </p:nvPr>
        </p:nvSpPr>
        <p:spPr/>
        <p:txBody>
          <a:bodyPr/>
          <a:lstStyle/>
          <a:p>
            <a:pPr>
              <a:defRPr/>
            </a:pPr>
            <a:r>
              <a:rPr lang="en-US" dirty="0"/>
              <a:t>Department of IT</a:t>
            </a:r>
          </a:p>
        </p:txBody>
      </p:sp>
      <p:sp>
        <p:nvSpPr>
          <p:cNvPr id="2" name="Flowchart: Connector 1">
            <a:extLst>
              <a:ext uri="{FF2B5EF4-FFF2-40B4-BE49-F238E27FC236}">
                <a16:creationId xmlns:a16="http://schemas.microsoft.com/office/drawing/2014/main" id="{24F633A0-A2CD-EB2F-66C2-4417A5DF6A0C}"/>
              </a:ext>
            </a:extLst>
          </p:cNvPr>
          <p:cNvSpPr/>
          <p:nvPr/>
        </p:nvSpPr>
        <p:spPr bwMode="auto">
          <a:xfrm>
            <a:off x="3962400" y="304800"/>
            <a:ext cx="609600" cy="533400"/>
          </a:xfrm>
          <a:prstGeom prst="flowChartConnector">
            <a:avLst/>
          </a:prstGeom>
          <a:ln>
            <a:headEnd type="none" w="med" len="med"/>
            <a:tailEnd type="none" w="med" len="med"/>
          </a:ln>
        </p:spPr>
        <p:style>
          <a:lnRef idx="2">
            <a:schemeClr val="accent3">
              <a:shade val="15000"/>
            </a:schemeClr>
          </a:lnRef>
          <a:fillRef idx="1">
            <a:schemeClr val="accent3"/>
          </a:fillRef>
          <a:effectRef idx="0">
            <a:schemeClr val="accent3"/>
          </a:effectRef>
          <a:fontRef idx="minor">
            <a:schemeClr val="lt1"/>
          </a:fontRef>
        </p:style>
        <p:txBody>
          <a:bodyPr vert="horz" wrap="square" lIns="91440" tIns="45720" rIns="91440" bIns="45720" numCol="1" rtlCol="0" anchor="t" anchorCtr="0" compatLnSpc="1">
            <a:prstTxWarp prst="textNoShape">
              <a:avLst/>
            </a:prstTxWarp>
            <a:spAutoFit/>
          </a:bodyPr>
          <a:lstStyle/>
          <a:p>
            <a:pPr marL="457200" marR="0" indent="0" algn="l" defTabSz="914400" rtl="0" eaLnBrk="1" fontAlgn="base" latinLnBrk="0" hangingPunct="1">
              <a:lnSpc>
                <a:spcPct val="100000"/>
              </a:lnSpc>
              <a:spcBef>
                <a:spcPct val="20000"/>
              </a:spcBef>
              <a:spcAft>
                <a:spcPct val="0"/>
              </a:spcAft>
              <a:buClrTx/>
              <a:buSzTx/>
              <a:buFontTx/>
              <a:buChar char="•"/>
              <a:tabLst/>
            </a:pPr>
            <a:endParaRPr kumimoji="0" lang="en-IN" sz="1400" b="1" i="0" u="none" strike="noStrike" cap="none" normalizeH="0" baseline="0">
              <a:ln>
                <a:noFill/>
              </a:ln>
              <a:solidFill>
                <a:schemeClr val="tx1"/>
              </a:solidFill>
              <a:effectLst/>
              <a:latin typeface="Verdana" pitchFamily="34" charset="0"/>
            </a:endParaRPr>
          </a:p>
        </p:txBody>
      </p:sp>
      <p:sp>
        <p:nvSpPr>
          <p:cNvPr id="6" name="TextBox 5">
            <a:extLst>
              <a:ext uri="{FF2B5EF4-FFF2-40B4-BE49-F238E27FC236}">
                <a16:creationId xmlns:a16="http://schemas.microsoft.com/office/drawing/2014/main" id="{55228E87-582B-E4B5-7E11-EC6EFF87BE66}"/>
              </a:ext>
            </a:extLst>
          </p:cNvPr>
          <p:cNvSpPr txBox="1"/>
          <p:nvPr/>
        </p:nvSpPr>
        <p:spPr>
          <a:xfrm>
            <a:off x="4152900" y="371445"/>
            <a:ext cx="228600" cy="400110"/>
          </a:xfrm>
          <a:prstGeom prst="rect">
            <a:avLst/>
          </a:prstGeom>
          <a:noFill/>
        </p:spPr>
        <p:txBody>
          <a:bodyPr wrap="square" rtlCol="0">
            <a:spAutoFit/>
          </a:bodyPr>
          <a:lstStyle/>
          <a:p>
            <a:pPr>
              <a:buNone/>
            </a:pPr>
            <a:r>
              <a:rPr lang="en-IN" sz="2000" dirty="0"/>
              <a:t>c</a:t>
            </a:r>
          </a:p>
        </p:txBody>
      </p:sp>
      <p:cxnSp>
        <p:nvCxnSpPr>
          <p:cNvPr id="8" name="Straight Arrow Connector 7">
            <a:extLst>
              <a:ext uri="{FF2B5EF4-FFF2-40B4-BE49-F238E27FC236}">
                <a16:creationId xmlns:a16="http://schemas.microsoft.com/office/drawing/2014/main" id="{B6939D34-954F-177F-0902-C6B4C59232AD}"/>
              </a:ext>
            </a:extLst>
          </p:cNvPr>
          <p:cNvCxnSpPr>
            <a:stCxn id="2" idx="4"/>
          </p:cNvCxnSpPr>
          <p:nvPr/>
        </p:nvCxnSpPr>
        <p:spPr bwMode="auto">
          <a:xfrm>
            <a:off x="4267200" y="838200"/>
            <a:ext cx="0" cy="45720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11" name="Flowchart: Decision 10">
            <a:extLst>
              <a:ext uri="{FF2B5EF4-FFF2-40B4-BE49-F238E27FC236}">
                <a16:creationId xmlns:a16="http://schemas.microsoft.com/office/drawing/2014/main" id="{B582B533-5923-3D92-15CC-1A822737F713}"/>
              </a:ext>
            </a:extLst>
          </p:cNvPr>
          <p:cNvSpPr/>
          <p:nvPr/>
        </p:nvSpPr>
        <p:spPr bwMode="auto">
          <a:xfrm>
            <a:off x="2895600" y="1219200"/>
            <a:ext cx="2743199" cy="1295400"/>
          </a:xfrm>
          <a:prstGeom prst="flowChartDecision">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457200" marR="0" indent="0" algn="l" defTabSz="914400" rtl="0" eaLnBrk="1" fontAlgn="base" latinLnBrk="0" hangingPunct="1">
              <a:lnSpc>
                <a:spcPct val="100000"/>
              </a:lnSpc>
              <a:spcBef>
                <a:spcPct val="20000"/>
              </a:spcBef>
              <a:spcAft>
                <a:spcPct val="0"/>
              </a:spcAft>
              <a:buClrTx/>
              <a:buSzTx/>
              <a:buFontTx/>
              <a:buChar char="•"/>
              <a:tabLst/>
            </a:pPr>
            <a:endParaRPr kumimoji="0" lang="en-IN" sz="1400" b="1" i="0" u="none" strike="noStrike" cap="none" normalizeH="0" baseline="0">
              <a:ln>
                <a:noFill/>
              </a:ln>
              <a:solidFill>
                <a:schemeClr val="tx1"/>
              </a:solidFill>
              <a:effectLst/>
              <a:latin typeface="Verdana" pitchFamily="34" charset="0"/>
            </a:endParaRPr>
          </a:p>
        </p:txBody>
      </p:sp>
      <p:sp>
        <p:nvSpPr>
          <p:cNvPr id="12" name="Flowchart: Decision 11">
            <a:extLst>
              <a:ext uri="{FF2B5EF4-FFF2-40B4-BE49-F238E27FC236}">
                <a16:creationId xmlns:a16="http://schemas.microsoft.com/office/drawing/2014/main" id="{E1A0AC7D-5C97-ED77-773E-C1B56E783B20}"/>
              </a:ext>
            </a:extLst>
          </p:cNvPr>
          <p:cNvSpPr/>
          <p:nvPr/>
        </p:nvSpPr>
        <p:spPr bwMode="auto">
          <a:xfrm>
            <a:off x="2954693" y="1259633"/>
            <a:ext cx="2590800" cy="1295400"/>
          </a:xfrm>
          <a:prstGeom prst="flowChartDecision">
            <a:avLst/>
          </a:prstGeom>
          <a:ln>
            <a:headEnd type="none" w="med" len="med"/>
            <a:tailEnd type="none" w="med" len="med"/>
          </a:ln>
        </p:spPr>
        <p:style>
          <a:lnRef idx="2">
            <a:schemeClr val="accent3">
              <a:shade val="15000"/>
            </a:schemeClr>
          </a:lnRef>
          <a:fillRef idx="1">
            <a:schemeClr val="accent3"/>
          </a:fillRef>
          <a:effectRef idx="0">
            <a:schemeClr val="accent3"/>
          </a:effectRef>
          <a:fontRef idx="minor">
            <a:schemeClr val="lt1"/>
          </a:fontRef>
        </p:style>
        <p:txBody>
          <a:bodyPr vert="horz" wrap="square" lIns="91440" tIns="45720" rIns="91440" bIns="45720" numCol="1" rtlCol="0" anchor="t" anchorCtr="0" compatLnSpc="1">
            <a:prstTxWarp prst="textNoShape">
              <a:avLst/>
            </a:prstTxWarp>
            <a:spAutoFit/>
          </a:bodyPr>
          <a:lstStyle/>
          <a:p>
            <a:pPr marL="457200" marR="0" indent="0" algn="l" defTabSz="914400" rtl="0" eaLnBrk="1" fontAlgn="base" latinLnBrk="0" hangingPunct="1">
              <a:lnSpc>
                <a:spcPct val="100000"/>
              </a:lnSpc>
              <a:spcBef>
                <a:spcPct val="20000"/>
              </a:spcBef>
              <a:spcAft>
                <a:spcPct val="0"/>
              </a:spcAft>
              <a:buClrTx/>
              <a:buSzTx/>
              <a:buFontTx/>
              <a:buChar char="•"/>
              <a:tabLst/>
            </a:pPr>
            <a:endParaRPr kumimoji="0" lang="en-IN" sz="1400" b="1" i="0" u="none" strike="noStrike" cap="none" normalizeH="0" baseline="0" dirty="0">
              <a:ln>
                <a:noFill/>
              </a:ln>
              <a:solidFill>
                <a:schemeClr val="tx1"/>
              </a:solidFill>
              <a:effectLst/>
              <a:latin typeface="Verdana" pitchFamily="34" charset="0"/>
            </a:endParaRPr>
          </a:p>
        </p:txBody>
      </p:sp>
      <p:sp>
        <p:nvSpPr>
          <p:cNvPr id="13" name="TextBox 12">
            <a:extLst>
              <a:ext uri="{FF2B5EF4-FFF2-40B4-BE49-F238E27FC236}">
                <a16:creationId xmlns:a16="http://schemas.microsoft.com/office/drawing/2014/main" id="{C479EEBC-41C7-4336-8407-C21281482E27}"/>
              </a:ext>
            </a:extLst>
          </p:cNvPr>
          <p:cNvSpPr txBox="1"/>
          <p:nvPr/>
        </p:nvSpPr>
        <p:spPr>
          <a:xfrm>
            <a:off x="3657600" y="1600200"/>
            <a:ext cx="1142992" cy="738664"/>
          </a:xfrm>
          <a:prstGeom prst="rect">
            <a:avLst/>
          </a:prstGeom>
          <a:noFill/>
        </p:spPr>
        <p:txBody>
          <a:bodyPr wrap="square" rtlCol="0">
            <a:spAutoFit/>
          </a:bodyPr>
          <a:lstStyle/>
          <a:p>
            <a:pPr>
              <a:buNone/>
            </a:pPr>
            <a:r>
              <a:rPr lang="en-IN" dirty="0"/>
              <a:t>Check if pos1 is empty </a:t>
            </a:r>
          </a:p>
        </p:txBody>
      </p:sp>
      <p:cxnSp>
        <p:nvCxnSpPr>
          <p:cNvPr id="15" name="Straight Arrow Connector 14">
            <a:extLst>
              <a:ext uri="{FF2B5EF4-FFF2-40B4-BE49-F238E27FC236}">
                <a16:creationId xmlns:a16="http://schemas.microsoft.com/office/drawing/2014/main" id="{972CEE37-9CDE-4A48-6DD2-2075B60A3F8F}"/>
              </a:ext>
            </a:extLst>
          </p:cNvPr>
          <p:cNvCxnSpPr>
            <a:stCxn id="12" idx="3"/>
          </p:cNvCxnSpPr>
          <p:nvPr/>
        </p:nvCxnSpPr>
        <p:spPr bwMode="auto">
          <a:xfrm flipV="1">
            <a:off x="5545493" y="1905000"/>
            <a:ext cx="702907" cy="2333"/>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16" name="Flowchart: Alternate Process 15">
            <a:extLst>
              <a:ext uri="{FF2B5EF4-FFF2-40B4-BE49-F238E27FC236}">
                <a16:creationId xmlns:a16="http://schemas.microsoft.com/office/drawing/2014/main" id="{3D0C80D9-6BE2-2B3D-360C-BBAA42866A0B}"/>
              </a:ext>
            </a:extLst>
          </p:cNvPr>
          <p:cNvSpPr/>
          <p:nvPr/>
        </p:nvSpPr>
        <p:spPr bwMode="auto">
          <a:xfrm>
            <a:off x="6246848" y="1181100"/>
            <a:ext cx="2379299" cy="1447800"/>
          </a:xfrm>
          <a:prstGeom prst="flowChartAlternateProcess">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457200" marR="0" indent="0" algn="l" defTabSz="914400" rtl="0" eaLnBrk="1" fontAlgn="base" latinLnBrk="0" hangingPunct="1">
              <a:lnSpc>
                <a:spcPct val="100000"/>
              </a:lnSpc>
              <a:spcBef>
                <a:spcPct val="20000"/>
              </a:spcBef>
              <a:spcAft>
                <a:spcPct val="0"/>
              </a:spcAft>
              <a:buClrTx/>
              <a:buSzTx/>
              <a:buFontTx/>
              <a:buChar char="•"/>
              <a:tabLst/>
            </a:pPr>
            <a:endParaRPr kumimoji="0" lang="en-IN" sz="1400" b="1" i="0" u="none" strike="noStrike" cap="none" normalizeH="0" baseline="0">
              <a:ln>
                <a:noFill/>
              </a:ln>
              <a:solidFill>
                <a:schemeClr val="tx1"/>
              </a:solidFill>
              <a:effectLst/>
              <a:latin typeface="Verdana" pitchFamily="34" charset="0"/>
            </a:endParaRPr>
          </a:p>
        </p:txBody>
      </p:sp>
      <p:sp>
        <p:nvSpPr>
          <p:cNvPr id="17" name="Flowchart: Alternate Process 16">
            <a:extLst>
              <a:ext uri="{FF2B5EF4-FFF2-40B4-BE49-F238E27FC236}">
                <a16:creationId xmlns:a16="http://schemas.microsoft.com/office/drawing/2014/main" id="{294CC828-320C-37B4-B149-2ED9EE6E5E3C}"/>
              </a:ext>
            </a:extLst>
          </p:cNvPr>
          <p:cNvSpPr/>
          <p:nvPr/>
        </p:nvSpPr>
        <p:spPr bwMode="auto">
          <a:xfrm>
            <a:off x="6246847" y="1600200"/>
            <a:ext cx="1981199" cy="838200"/>
          </a:xfrm>
          <a:prstGeom prst="flowChartAlternateProcess">
            <a:avLst/>
          </a:prstGeom>
          <a:ln>
            <a:headEnd type="none" w="med" len="med"/>
            <a:tailEnd type="none" w="med" len="med"/>
          </a:ln>
        </p:spPr>
        <p:style>
          <a:lnRef idx="2">
            <a:schemeClr val="accent3">
              <a:shade val="15000"/>
            </a:schemeClr>
          </a:lnRef>
          <a:fillRef idx="1">
            <a:schemeClr val="accent3"/>
          </a:fillRef>
          <a:effectRef idx="0">
            <a:schemeClr val="accent3"/>
          </a:effectRef>
          <a:fontRef idx="minor">
            <a:schemeClr val="lt1"/>
          </a:fontRef>
        </p:style>
        <p:txBody>
          <a:bodyPr vert="horz" wrap="square" lIns="91440" tIns="45720" rIns="91440" bIns="45720" numCol="1" rtlCol="0" anchor="t" anchorCtr="0" compatLnSpc="1">
            <a:prstTxWarp prst="textNoShape">
              <a:avLst/>
            </a:prstTxWarp>
            <a:spAutoFit/>
          </a:bodyPr>
          <a:lstStyle/>
          <a:p>
            <a:pPr marL="457200" marR="0" indent="0" algn="l" defTabSz="914400" rtl="0" eaLnBrk="1" fontAlgn="base" latinLnBrk="0" hangingPunct="1">
              <a:lnSpc>
                <a:spcPct val="100000"/>
              </a:lnSpc>
              <a:spcBef>
                <a:spcPct val="20000"/>
              </a:spcBef>
              <a:spcAft>
                <a:spcPct val="0"/>
              </a:spcAft>
              <a:buClrTx/>
              <a:buSzTx/>
              <a:buFontTx/>
              <a:buChar char="•"/>
              <a:tabLst/>
            </a:pPr>
            <a:endParaRPr kumimoji="0" lang="en-IN" sz="1400" b="1" i="0" u="none" strike="noStrike" cap="none" normalizeH="0" baseline="0">
              <a:ln>
                <a:noFill/>
              </a:ln>
              <a:solidFill>
                <a:schemeClr val="tx1"/>
              </a:solidFill>
              <a:effectLst/>
              <a:latin typeface="Verdana" pitchFamily="34" charset="0"/>
            </a:endParaRPr>
          </a:p>
        </p:txBody>
      </p:sp>
      <p:sp>
        <p:nvSpPr>
          <p:cNvPr id="18" name="TextBox 17">
            <a:extLst>
              <a:ext uri="{FF2B5EF4-FFF2-40B4-BE49-F238E27FC236}">
                <a16:creationId xmlns:a16="http://schemas.microsoft.com/office/drawing/2014/main" id="{FDC8416A-90AE-CFBA-0D8D-31DCF88E063B}"/>
              </a:ext>
            </a:extLst>
          </p:cNvPr>
          <p:cNvSpPr txBox="1"/>
          <p:nvPr/>
        </p:nvSpPr>
        <p:spPr>
          <a:xfrm>
            <a:off x="6371251" y="1643018"/>
            <a:ext cx="1676400" cy="830997"/>
          </a:xfrm>
          <a:prstGeom prst="rect">
            <a:avLst/>
          </a:prstGeom>
          <a:noFill/>
        </p:spPr>
        <p:txBody>
          <a:bodyPr wrap="square" rtlCol="0">
            <a:spAutoFit/>
          </a:bodyPr>
          <a:lstStyle/>
          <a:p>
            <a:pPr>
              <a:buNone/>
            </a:pPr>
            <a:r>
              <a:rPr lang="en-IN" sz="1200" dirty="0"/>
              <a:t>Store current key and compute position in table 2</a:t>
            </a:r>
          </a:p>
        </p:txBody>
      </p:sp>
      <p:sp>
        <p:nvSpPr>
          <p:cNvPr id="24" name="TextBox 23">
            <a:extLst>
              <a:ext uri="{FF2B5EF4-FFF2-40B4-BE49-F238E27FC236}">
                <a16:creationId xmlns:a16="http://schemas.microsoft.com/office/drawing/2014/main" id="{655F1CD5-015F-18E2-2A77-C355B74AB368}"/>
              </a:ext>
            </a:extLst>
          </p:cNvPr>
          <p:cNvSpPr txBox="1"/>
          <p:nvPr/>
        </p:nvSpPr>
        <p:spPr>
          <a:xfrm>
            <a:off x="5707026" y="1540073"/>
            <a:ext cx="460382" cy="307777"/>
          </a:xfrm>
          <a:prstGeom prst="rect">
            <a:avLst/>
          </a:prstGeom>
          <a:noFill/>
        </p:spPr>
        <p:txBody>
          <a:bodyPr wrap="none" rtlCol="0">
            <a:spAutoFit/>
          </a:bodyPr>
          <a:lstStyle/>
          <a:p>
            <a:pPr>
              <a:buNone/>
            </a:pPr>
            <a:r>
              <a:rPr lang="en-IN" dirty="0"/>
              <a:t>No</a:t>
            </a:r>
          </a:p>
        </p:txBody>
      </p:sp>
      <p:cxnSp>
        <p:nvCxnSpPr>
          <p:cNvPr id="27" name="Straight Arrow Connector 26">
            <a:extLst>
              <a:ext uri="{FF2B5EF4-FFF2-40B4-BE49-F238E27FC236}">
                <a16:creationId xmlns:a16="http://schemas.microsoft.com/office/drawing/2014/main" id="{E1D17284-EE39-8491-1836-34DA9945E7EA}"/>
              </a:ext>
            </a:extLst>
          </p:cNvPr>
          <p:cNvCxnSpPr>
            <a:cxnSpLocks/>
          </p:cNvCxnSpPr>
          <p:nvPr/>
        </p:nvCxnSpPr>
        <p:spPr bwMode="auto">
          <a:xfrm>
            <a:off x="4229096" y="2550367"/>
            <a:ext cx="20997" cy="497633"/>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30" name="Flowchart: Alternate Process 29">
            <a:extLst>
              <a:ext uri="{FF2B5EF4-FFF2-40B4-BE49-F238E27FC236}">
                <a16:creationId xmlns:a16="http://schemas.microsoft.com/office/drawing/2014/main" id="{766A5005-32BA-5B6D-BE0F-1ADE91098B51}"/>
              </a:ext>
            </a:extLst>
          </p:cNvPr>
          <p:cNvSpPr/>
          <p:nvPr/>
        </p:nvSpPr>
        <p:spPr bwMode="auto">
          <a:xfrm>
            <a:off x="3443388" y="3016889"/>
            <a:ext cx="1738212" cy="985218"/>
          </a:xfrm>
          <a:prstGeom prst="flowChartAlternateProcess">
            <a:avLst/>
          </a:prstGeom>
          <a:ln>
            <a:headEnd type="none" w="med" len="med"/>
            <a:tailEnd type="none" w="med" len="med"/>
          </a:ln>
        </p:spPr>
        <p:style>
          <a:lnRef idx="2">
            <a:schemeClr val="accent3">
              <a:shade val="15000"/>
            </a:schemeClr>
          </a:lnRef>
          <a:fillRef idx="1">
            <a:schemeClr val="accent3"/>
          </a:fillRef>
          <a:effectRef idx="0">
            <a:schemeClr val="accent3"/>
          </a:effectRef>
          <a:fontRef idx="minor">
            <a:schemeClr val="lt1"/>
          </a:fontRef>
        </p:style>
        <p:txBody>
          <a:bodyPr vert="horz" wrap="square" lIns="91440" tIns="45720" rIns="91440" bIns="45720" numCol="1" rtlCol="0" anchor="t" anchorCtr="0" compatLnSpc="1">
            <a:prstTxWarp prst="textNoShape">
              <a:avLst/>
            </a:prstTxWarp>
            <a:spAutoFit/>
          </a:bodyPr>
          <a:lstStyle/>
          <a:p>
            <a:pPr marL="457200" marR="0" indent="0" algn="l" defTabSz="914400" rtl="0" eaLnBrk="1" fontAlgn="base" latinLnBrk="0" hangingPunct="1">
              <a:lnSpc>
                <a:spcPct val="100000"/>
              </a:lnSpc>
              <a:spcBef>
                <a:spcPct val="20000"/>
              </a:spcBef>
              <a:spcAft>
                <a:spcPct val="0"/>
              </a:spcAft>
              <a:buClrTx/>
              <a:buSzTx/>
              <a:buFontTx/>
              <a:buChar char="•"/>
              <a:tabLst/>
            </a:pPr>
            <a:endParaRPr kumimoji="0" lang="en-IN" sz="1400" b="1" i="0" u="none" strike="noStrike" cap="none" normalizeH="0" baseline="0">
              <a:ln>
                <a:noFill/>
              </a:ln>
              <a:solidFill>
                <a:schemeClr val="tx1"/>
              </a:solidFill>
              <a:effectLst/>
              <a:latin typeface="Verdana" pitchFamily="34" charset="0"/>
            </a:endParaRPr>
          </a:p>
        </p:txBody>
      </p:sp>
      <p:sp>
        <p:nvSpPr>
          <p:cNvPr id="31" name="TextBox 30">
            <a:extLst>
              <a:ext uri="{FF2B5EF4-FFF2-40B4-BE49-F238E27FC236}">
                <a16:creationId xmlns:a16="http://schemas.microsoft.com/office/drawing/2014/main" id="{92AC0BD5-27C5-F4D9-2F8C-577B6660C529}"/>
              </a:ext>
            </a:extLst>
          </p:cNvPr>
          <p:cNvSpPr txBox="1"/>
          <p:nvPr/>
        </p:nvSpPr>
        <p:spPr>
          <a:xfrm>
            <a:off x="3581400" y="3048000"/>
            <a:ext cx="1295400" cy="954107"/>
          </a:xfrm>
          <a:prstGeom prst="rect">
            <a:avLst/>
          </a:prstGeom>
          <a:noFill/>
        </p:spPr>
        <p:txBody>
          <a:bodyPr wrap="square" rtlCol="0">
            <a:spAutoFit/>
          </a:bodyPr>
          <a:lstStyle/>
          <a:p>
            <a:pPr>
              <a:buNone/>
            </a:pPr>
            <a:r>
              <a:rPr lang="en-IN" dirty="0"/>
              <a:t>Insert key and increment size</a:t>
            </a:r>
          </a:p>
        </p:txBody>
      </p:sp>
      <p:cxnSp>
        <p:nvCxnSpPr>
          <p:cNvPr id="33" name="Straight Arrow Connector 32">
            <a:extLst>
              <a:ext uri="{FF2B5EF4-FFF2-40B4-BE49-F238E27FC236}">
                <a16:creationId xmlns:a16="http://schemas.microsoft.com/office/drawing/2014/main" id="{A4E17947-9B42-2F08-E012-2177927B5F55}"/>
              </a:ext>
            </a:extLst>
          </p:cNvPr>
          <p:cNvCxnSpPr>
            <a:cxnSpLocks/>
            <a:stCxn id="31" idx="2"/>
          </p:cNvCxnSpPr>
          <p:nvPr/>
        </p:nvCxnSpPr>
        <p:spPr bwMode="auto">
          <a:xfrm>
            <a:off x="4229100" y="4002107"/>
            <a:ext cx="0" cy="569893"/>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35" name="Flowchart: Alternate Process 34">
            <a:extLst>
              <a:ext uri="{FF2B5EF4-FFF2-40B4-BE49-F238E27FC236}">
                <a16:creationId xmlns:a16="http://schemas.microsoft.com/office/drawing/2014/main" id="{DC34C364-AC0C-9795-E8B9-A5C6F1180F1D}"/>
              </a:ext>
            </a:extLst>
          </p:cNvPr>
          <p:cNvSpPr/>
          <p:nvPr/>
        </p:nvSpPr>
        <p:spPr bwMode="auto">
          <a:xfrm>
            <a:off x="3350467" y="4590661"/>
            <a:ext cx="2188806" cy="985217"/>
          </a:xfrm>
          <a:prstGeom prst="flowChartAlternateProcess">
            <a:avLst/>
          </a:prstGeom>
          <a:ln>
            <a:headEnd type="none" w="med" len="med"/>
            <a:tailEnd type="none" w="med" len="med"/>
          </a:ln>
        </p:spPr>
        <p:style>
          <a:lnRef idx="2">
            <a:schemeClr val="accent3">
              <a:shade val="15000"/>
            </a:schemeClr>
          </a:lnRef>
          <a:fillRef idx="1">
            <a:schemeClr val="accent3"/>
          </a:fillRef>
          <a:effectRef idx="0">
            <a:schemeClr val="accent3"/>
          </a:effectRef>
          <a:fontRef idx="minor">
            <a:schemeClr val="lt1"/>
          </a:fontRef>
        </p:style>
        <p:txBody>
          <a:bodyPr vert="horz" wrap="square" lIns="91440" tIns="45720" rIns="91440" bIns="45720" numCol="1" rtlCol="0" anchor="t" anchorCtr="0" compatLnSpc="1">
            <a:prstTxWarp prst="textNoShape">
              <a:avLst/>
            </a:prstTxWarp>
            <a:spAutoFit/>
          </a:bodyPr>
          <a:lstStyle/>
          <a:p>
            <a:pPr marL="457200" marR="0" indent="0" algn="l" defTabSz="914400" rtl="0" eaLnBrk="1" fontAlgn="base" latinLnBrk="0" hangingPunct="1">
              <a:lnSpc>
                <a:spcPct val="100000"/>
              </a:lnSpc>
              <a:spcBef>
                <a:spcPct val="20000"/>
              </a:spcBef>
              <a:spcAft>
                <a:spcPct val="0"/>
              </a:spcAft>
              <a:buClrTx/>
              <a:buSzTx/>
              <a:buFontTx/>
              <a:buChar char="•"/>
              <a:tabLst/>
            </a:pPr>
            <a:endParaRPr kumimoji="0" lang="en-IN" sz="1400" b="1" i="0" u="none" strike="noStrike" cap="none" normalizeH="0" baseline="0">
              <a:ln>
                <a:noFill/>
              </a:ln>
              <a:solidFill>
                <a:schemeClr val="tx1"/>
              </a:solidFill>
              <a:effectLst/>
              <a:latin typeface="Verdana" pitchFamily="34" charset="0"/>
            </a:endParaRPr>
          </a:p>
        </p:txBody>
      </p:sp>
      <p:sp>
        <p:nvSpPr>
          <p:cNvPr id="36" name="TextBox 35">
            <a:extLst>
              <a:ext uri="{FF2B5EF4-FFF2-40B4-BE49-F238E27FC236}">
                <a16:creationId xmlns:a16="http://schemas.microsoft.com/office/drawing/2014/main" id="{67F03D81-BD0F-1DD5-4758-686C5E765D3B}"/>
              </a:ext>
            </a:extLst>
          </p:cNvPr>
          <p:cNvSpPr txBox="1"/>
          <p:nvPr/>
        </p:nvSpPr>
        <p:spPr>
          <a:xfrm>
            <a:off x="3657600" y="4686300"/>
            <a:ext cx="1752598" cy="738664"/>
          </a:xfrm>
          <a:prstGeom prst="rect">
            <a:avLst/>
          </a:prstGeom>
          <a:noFill/>
        </p:spPr>
        <p:txBody>
          <a:bodyPr wrap="square" rtlCol="0">
            <a:spAutoFit/>
          </a:bodyPr>
          <a:lstStyle/>
          <a:p>
            <a:pPr>
              <a:buNone/>
            </a:pPr>
            <a:r>
              <a:rPr lang="en-IN" dirty="0"/>
              <a:t>Check for pairwise uncorrelation</a:t>
            </a:r>
          </a:p>
        </p:txBody>
      </p:sp>
      <p:cxnSp>
        <p:nvCxnSpPr>
          <p:cNvPr id="38" name="Straight Arrow Connector 37">
            <a:extLst>
              <a:ext uri="{FF2B5EF4-FFF2-40B4-BE49-F238E27FC236}">
                <a16:creationId xmlns:a16="http://schemas.microsoft.com/office/drawing/2014/main" id="{93DB5064-FA1A-5204-E722-4A7018F5FCEA}"/>
              </a:ext>
            </a:extLst>
          </p:cNvPr>
          <p:cNvCxnSpPr>
            <a:cxnSpLocks/>
          </p:cNvCxnSpPr>
          <p:nvPr/>
        </p:nvCxnSpPr>
        <p:spPr bwMode="auto">
          <a:xfrm>
            <a:off x="4239594" y="5575878"/>
            <a:ext cx="0" cy="291522"/>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40" name="Flowchart: Terminator 39">
            <a:extLst>
              <a:ext uri="{FF2B5EF4-FFF2-40B4-BE49-F238E27FC236}">
                <a16:creationId xmlns:a16="http://schemas.microsoft.com/office/drawing/2014/main" id="{6D2A3DD2-560A-8F2F-0B60-28913D72DB59}"/>
              </a:ext>
            </a:extLst>
          </p:cNvPr>
          <p:cNvSpPr/>
          <p:nvPr/>
        </p:nvSpPr>
        <p:spPr bwMode="auto">
          <a:xfrm>
            <a:off x="3583549" y="5849458"/>
            <a:ext cx="1384417" cy="426080"/>
          </a:xfrm>
          <a:prstGeom prst="flowChartTerminator">
            <a:avLst/>
          </a:prstGeom>
          <a:ln>
            <a:headEnd type="none" w="med" len="med"/>
            <a:tailEnd type="none" w="med" len="med"/>
          </a:ln>
        </p:spPr>
        <p:style>
          <a:lnRef idx="2">
            <a:schemeClr val="accent3">
              <a:shade val="15000"/>
            </a:schemeClr>
          </a:lnRef>
          <a:fillRef idx="1">
            <a:schemeClr val="accent3"/>
          </a:fillRef>
          <a:effectRef idx="0">
            <a:schemeClr val="accent3"/>
          </a:effectRef>
          <a:fontRef idx="minor">
            <a:schemeClr val="lt1"/>
          </a:fontRef>
        </p:style>
        <p:txBody>
          <a:bodyPr vert="horz" wrap="square" lIns="91440" tIns="45720" rIns="91440" bIns="45720" numCol="1" rtlCol="0" anchor="t" anchorCtr="0" compatLnSpc="1">
            <a:prstTxWarp prst="textNoShape">
              <a:avLst/>
            </a:prstTxWarp>
            <a:spAutoFit/>
          </a:bodyPr>
          <a:lstStyle/>
          <a:p>
            <a:pPr marL="457200" marR="0" indent="0" algn="l" defTabSz="914400" rtl="0" eaLnBrk="1" fontAlgn="base" latinLnBrk="0" hangingPunct="1">
              <a:lnSpc>
                <a:spcPct val="100000"/>
              </a:lnSpc>
              <a:spcBef>
                <a:spcPct val="20000"/>
              </a:spcBef>
              <a:spcAft>
                <a:spcPct val="0"/>
              </a:spcAft>
              <a:buClrTx/>
              <a:buSzTx/>
              <a:buFontTx/>
              <a:buChar char="•"/>
              <a:tabLst/>
            </a:pPr>
            <a:endParaRPr kumimoji="0" lang="en-IN" sz="1400" b="1" i="0" u="none" strike="noStrike" cap="none" normalizeH="0" baseline="0">
              <a:ln>
                <a:noFill/>
              </a:ln>
              <a:solidFill>
                <a:schemeClr val="tx1"/>
              </a:solidFill>
              <a:effectLst/>
              <a:latin typeface="Verdana" pitchFamily="34" charset="0"/>
            </a:endParaRPr>
          </a:p>
        </p:txBody>
      </p:sp>
      <p:sp>
        <p:nvSpPr>
          <p:cNvPr id="41" name="TextBox 40">
            <a:extLst>
              <a:ext uri="{FF2B5EF4-FFF2-40B4-BE49-F238E27FC236}">
                <a16:creationId xmlns:a16="http://schemas.microsoft.com/office/drawing/2014/main" id="{44E0C704-3905-581D-E285-5AC2780B239B}"/>
              </a:ext>
            </a:extLst>
          </p:cNvPr>
          <p:cNvSpPr txBox="1"/>
          <p:nvPr/>
        </p:nvSpPr>
        <p:spPr>
          <a:xfrm>
            <a:off x="3977375" y="5908609"/>
            <a:ext cx="990591" cy="307777"/>
          </a:xfrm>
          <a:prstGeom prst="rect">
            <a:avLst/>
          </a:prstGeom>
          <a:noFill/>
        </p:spPr>
        <p:txBody>
          <a:bodyPr wrap="square" rtlCol="0">
            <a:spAutoFit/>
          </a:bodyPr>
          <a:lstStyle/>
          <a:p>
            <a:pPr>
              <a:buNone/>
            </a:pPr>
            <a:r>
              <a:rPr lang="en-IN" dirty="0"/>
              <a:t>End </a:t>
            </a:r>
          </a:p>
        </p:txBody>
      </p:sp>
      <p:sp>
        <p:nvSpPr>
          <p:cNvPr id="44" name="TextBox 43">
            <a:extLst>
              <a:ext uri="{FF2B5EF4-FFF2-40B4-BE49-F238E27FC236}">
                <a16:creationId xmlns:a16="http://schemas.microsoft.com/office/drawing/2014/main" id="{D370AF95-CA12-ED4C-A87B-6288659AE8ED}"/>
              </a:ext>
            </a:extLst>
          </p:cNvPr>
          <p:cNvSpPr txBox="1"/>
          <p:nvPr/>
        </p:nvSpPr>
        <p:spPr>
          <a:xfrm>
            <a:off x="4275758" y="2660646"/>
            <a:ext cx="575376" cy="307777"/>
          </a:xfrm>
          <a:prstGeom prst="rect">
            <a:avLst/>
          </a:prstGeom>
          <a:noFill/>
        </p:spPr>
        <p:txBody>
          <a:bodyPr wrap="square" rtlCol="0">
            <a:spAutoFit/>
          </a:bodyPr>
          <a:lstStyle/>
          <a:p>
            <a:pPr>
              <a:buNone/>
            </a:pPr>
            <a:r>
              <a:rPr lang="en-IN" dirty="0"/>
              <a:t>Yes</a:t>
            </a:r>
          </a:p>
        </p:txBody>
      </p:sp>
    </p:spTree>
    <p:extLst>
      <p:ext uri="{BB962C8B-B14F-4D97-AF65-F5344CB8AC3E}">
        <p14:creationId xmlns:p14="http://schemas.microsoft.com/office/powerpoint/2010/main" val="4042416274"/>
      </p:ext>
    </p:extLst>
  </p:cSld>
  <p:clrMapOvr>
    <a:masterClrMapping/>
  </p:clrMapOvr>
  <p:transition>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2116D-319F-42E1-F842-E1B8C35F65E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1553F5-79B6-AEDF-D00C-345648399C95}"/>
              </a:ext>
            </a:extLst>
          </p:cNvPr>
          <p:cNvSpPr>
            <a:spLocks noGrp="1"/>
          </p:cNvSpPr>
          <p:nvPr>
            <p:ph idx="1"/>
          </p:nvPr>
        </p:nvSpPr>
        <p:spPr>
          <a:xfrm>
            <a:off x="914400" y="1295400"/>
            <a:ext cx="7772400" cy="4572000"/>
          </a:xfrm>
        </p:spPr>
        <p:txBody>
          <a:bodyPr/>
          <a:lstStyle/>
          <a:p>
            <a:pPr>
              <a:lnSpc>
                <a:spcPct val="115000"/>
              </a:lnSpc>
              <a:spcAft>
                <a:spcPts val="1000"/>
              </a:spcAft>
              <a:buAutoNum type="arabicPeriod"/>
            </a:pPr>
            <a:r>
              <a:rPr lang="en-US" sz="2000" dirty="0">
                <a:effectLst/>
                <a:latin typeface="+mj-lt"/>
                <a:ea typeface="Calibri" panose="020F0502020204030204" pitchFamily="34" charset="0"/>
                <a:cs typeface="Times New Roman" panose="02020603050405020304" pitchFamily="18" charset="0"/>
              </a:rPr>
              <a:t>Caching Systems </a:t>
            </a:r>
          </a:p>
          <a:p>
            <a:pPr>
              <a:lnSpc>
                <a:spcPct val="115000"/>
              </a:lnSpc>
              <a:spcAft>
                <a:spcPts val="1000"/>
              </a:spcAft>
              <a:buAutoNum type="arabicPeriod"/>
            </a:pPr>
            <a:r>
              <a:rPr lang="en-US" sz="2000" dirty="0">
                <a:effectLst/>
                <a:latin typeface="+mj-lt"/>
                <a:ea typeface="Calibri" panose="020F0502020204030204" pitchFamily="34" charset="0"/>
                <a:cs typeface="Times New Roman" panose="02020603050405020304" pitchFamily="18" charset="0"/>
              </a:rPr>
              <a:t>Memory Management</a:t>
            </a:r>
            <a:endParaRPr lang="en-US" sz="2000" dirty="0">
              <a:latin typeface="+mj-lt"/>
              <a:ea typeface="Calibri" panose="020F0502020204030204" pitchFamily="34" charset="0"/>
              <a:cs typeface="Times New Roman" panose="02020603050405020304" pitchFamily="18" charset="0"/>
            </a:endParaRPr>
          </a:p>
          <a:p>
            <a:pPr>
              <a:lnSpc>
                <a:spcPct val="115000"/>
              </a:lnSpc>
              <a:spcAft>
                <a:spcPts val="1000"/>
              </a:spcAft>
              <a:buAutoNum type="arabicPeriod"/>
            </a:pPr>
            <a:r>
              <a:rPr lang="en-US" sz="2000" dirty="0">
                <a:effectLst/>
                <a:latin typeface="+mj-lt"/>
                <a:ea typeface="Calibri" panose="020F0502020204030204" pitchFamily="34" charset="0"/>
                <a:cs typeface="Times New Roman" panose="02020603050405020304" pitchFamily="18" charset="0"/>
              </a:rPr>
              <a:t>Networking Applications</a:t>
            </a:r>
          </a:p>
          <a:p>
            <a:pPr>
              <a:lnSpc>
                <a:spcPct val="115000"/>
              </a:lnSpc>
              <a:spcAft>
                <a:spcPts val="1000"/>
              </a:spcAft>
              <a:buAutoNum type="arabicPeriod"/>
            </a:pPr>
            <a:r>
              <a:rPr lang="en-US" sz="2000" dirty="0">
                <a:effectLst/>
                <a:latin typeface="+mj-lt"/>
                <a:ea typeface="Calibri" panose="020F0502020204030204" pitchFamily="34" charset="0"/>
                <a:cs typeface="Times New Roman" panose="02020603050405020304" pitchFamily="18" charset="0"/>
              </a:rPr>
              <a:t>Database Indexing </a:t>
            </a:r>
          </a:p>
          <a:p>
            <a:pPr>
              <a:lnSpc>
                <a:spcPct val="115000"/>
              </a:lnSpc>
              <a:spcAft>
                <a:spcPts val="1000"/>
              </a:spcAft>
              <a:buAutoNum type="arabicPeriod"/>
            </a:pPr>
            <a:r>
              <a:rPr lang="en-US" sz="2000" dirty="0">
                <a:effectLst/>
                <a:latin typeface="+mj-lt"/>
                <a:ea typeface="Calibri" panose="020F0502020204030204" pitchFamily="34" charset="0"/>
                <a:cs typeface="Times New Roman" panose="02020603050405020304" pitchFamily="18" charset="0"/>
              </a:rPr>
              <a:t>Distributed Systems</a:t>
            </a:r>
            <a:endParaRPr lang="en-US" sz="2000" dirty="0">
              <a:latin typeface="+mj-lt"/>
              <a:ea typeface="Calibri" panose="020F0502020204030204" pitchFamily="34" charset="0"/>
              <a:cs typeface="Times New Roman" panose="02020603050405020304" pitchFamily="18" charset="0"/>
            </a:endParaRPr>
          </a:p>
          <a:p>
            <a:pPr>
              <a:lnSpc>
                <a:spcPct val="115000"/>
              </a:lnSpc>
              <a:spcAft>
                <a:spcPts val="1000"/>
              </a:spcAft>
              <a:buAutoNum type="arabicPeriod"/>
            </a:pPr>
            <a:r>
              <a:rPr lang="en-US" sz="2000" dirty="0">
                <a:effectLst/>
                <a:latin typeface="+mj-lt"/>
                <a:ea typeface="Calibri" panose="020F0502020204030204" pitchFamily="34" charset="0"/>
                <a:cs typeface="Times New Roman" panose="02020603050405020304" pitchFamily="18" charset="0"/>
              </a:rPr>
              <a:t>Real-Time Analytics </a:t>
            </a:r>
          </a:p>
          <a:p>
            <a:pPr>
              <a:lnSpc>
                <a:spcPct val="115000"/>
              </a:lnSpc>
              <a:spcAft>
                <a:spcPts val="1000"/>
              </a:spcAft>
              <a:buAutoNum type="arabicPeriod"/>
            </a:pPr>
            <a:r>
              <a:rPr lang="en-US" sz="2000" dirty="0">
                <a:effectLst/>
                <a:latin typeface="+mj-lt"/>
                <a:ea typeface="Calibri" panose="020F0502020204030204" pitchFamily="34" charset="0"/>
                <a:cs typeface="Times New Roman" panose="02020603050405020304" pitchFamily="18" charset="0"/>
              </a:rPr>
              <a:t>Mobile and Embedded Systems</a:t>
            </a:r>
            <a:endParaRPr lang="en-US" sz="2000" dirty="0">
              <a:latin typeface="+mj-lt"/>
              <a:ea typeface="Calibri" panose="020F0502020204030204" pitchFamily="34" charset="0"/>
              <a:cs typeface="Times New Roman" panose="02020603050405020304" pitchFamily="18" charset="0"/>
            </a:endParaRPr>
          </a:p>
          <a:p>
            <a:pPr>
              <a:lnSpc>
                <a:spcPct val="115000"/>
              </a:lnSpc>
              <a:spcAft>
                <a:spcPts val="1000"/>
              </a:spcAft>
              <a:buAutoNum type="arabicPeriod"/>
            </a:pPr>
            <a:r>
              <a:rPr lang="en-US" sz="2000" dirty="0">
                <a:effectLst/>
                <a:latin typeface="+mj-lt"/>
                <a:ea typeface="Calibri" panose="020F0502020204030204" pitchFamily="34" charset="0"/>
                <a:cs typeface="Times New Roman" panose="02020603050405020304" pitchFamily="18" charset="0"/>
              </a:rPr>
              <a:t>Blockchain and Cryptography Applications</a:t>
            </a:r>
            <a:endParaRPr lang="en-US" sz="2000" dirty="0">
              <a:latin typeface="+mj-lt"/>
              <a:ea typeface="Calibri" panose="020F0502020204030204" pitchFamily="34" charset="0"/>
              <a:cs typeface="Times New Roman" panose="02020603050405020304" pitchFamily="18" charset="0"/>
            </a:endParaRPr>
          </a:p>
          <a:p>
            <a:pPr>
              <a:lnSpc>
                <a:spcPct val="115000"/>
              </a:lnSpc>
              <a:spcAft>
                <a:spcPts val="1000"/>
              </a:spcAft>
              <a:buAutoNum type="arabicPeriod"/>
            </a:pP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2200" dirty="0">
              <a:latin typeface="+mn-lt"/>
            </a:endParaRPr>
          </a:p>
          <a:p>
            <a:pPr marL="914400" lvl="2" indent="0">
              <a:buNone/>
            </a:pPr>
            <a:endParaRPr lang="en-US" sz="2200" dirty="0">
              <a:latin typeface="+mn-lt"/>
            </a:endParaRPr>
          </a:p>
          <a:p>
            <a:pPr marL="457200" lvl="1" indent="0">
              <a:buNone/>
            </a:pPr>
            <a:endParaRPr lang="en-US" sz="2200" dirty="0">
              <a:latin typeface="+mn-lt"/>
            </a:endParaRPr>
          </a:p>
        </p:txBody>
      </p:sp>
      <p:sp>
        <p:nvSpPr>
          <p:cNvPr id="4" name="Footer Placeholder 3">
            <a:extLst>
              <a:ext uri="{FF2B5EF4-FFF2-40B4-BE49-F238E27FC236}">
                <a16:creationId xmlns:a16="http://schemas.microsoft.com/office/drawing/2014/main" id="{E3717723-0D4E-15B7-15D1-A783E1E9D683}"/>
              </a:ext>
            </a:extLst>
          </p:cNvPr>
          <p:cNvSpPr>
            <a:spLocks noGrp="1"/>
          </p:cNvSpPr>
          <p:nvPr>
            <p:ph type="ftr" sz="quarter" idx="10"/>
          </p:nvPr>
        </p:nvSpPr>
        <p:spPr/>
        <p:txBody>
          <a:bodyPr/>
          <a:lstStyle/>
          <a:p>
            <a:pPr>
              <a:defRPr/>
            </a:pPr>
            <a:r>
              <a:rPr lang="en-US" dirty="0"/>
              <a:t>Department of IT</a:t>
            </a:r>
          </a:p>
        </p:txBody>
      </p:sp>
      <p:sp>
        <p:nvSpPr>
          <p:cNvPr id="5" name="Title 1">
            <a:extLst>
              <a:ext uri="{FF2B5EF4-FFF2-40B4-BE49-F238E27FC236}">
                <a16:creationId xmlns:a16="http://schemas.microsoft.com/office/drawing/2014/main" id="{A76D7344-4665-9A9B-AEEE-BF2D9177FA37}"/>
              </a:ext>
            </a:extLst>
          </p:cNvPr>
          <p:cNvSpPr>
            <a:spLocks noGrp="1"/>
          </p:cNvSpPr>
          <p:nvPr>
            <p:ph type="title"/>
          </p:nvPr>
        </p:nvSpPr>
        <p:spPr>
          <a:xfrm>
            <a:off x="914400" y="609600"/>
            <a:ext cx="7086600" cy="685800"/>
          </a:xfrm>
        </p:spPr>
        <p:txBody>
          <a:bodyPr/>
          <a:lstStyle/>
          <a:p>
            <a:pPr algn="l"/>
            <a:r>
              <a:rPr lang="en-US" sz="3600" dirty="0">
                <a:latin typeface="+mj-lt"/>
              </a:rPr>
              <a:t>APPLICATIONS</a:t>
            </a:r>
            <a:br>
              <a:rPr lang="en-US" sz="3600" dirty="0">
                <a:latin typeface="+mj-lt"/>
              </a:rPr>
            </a:br>
            <a:endParaRPr lang="en-US" sz="3600" dirty="0">
              <a:latin typeface="+mj-lt"/>
            </a:endParaRPr>
          </a:p>
        </p:txBody>
      </p:sp>
    </p:spTree>
    <p:extLst>
      <p:ext uri="{BB962C8B-B14F-4D97-AF65-F5344CB8AC3E}">
        <p14:creationId xmlns:p14="http://schemas.microsoft.com/office/powerpoint/2010/main" val="4064304928"/>
      </p:ext>
    </p:extLst>
  </p:cSld>
  <p:clrMapOvr>
    <a:masterClrMapping/>
  </p:clrMapOvr>
  <p:transition>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3476D-89DF-36F1-6A84-2DD9E12B4B1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220843-8067-3CCC-BC7E-EF4130CA3E18}"/>
              </a:ext>
            </a:extLst>
          </p:cNvPr>
          <p:cNvSpPr>
            <a:spLocks noGrp="1"/>
          </p:cNvSpPr>
          <p:nvPr>
            <p:ph idx="1"/>
          </p:nvPr>
        </p:nvSpPr>
        <p:spPr>
          <a:xfrm>
            <a:off x="914400" y="1295400"/>
            <a:ext cx="7772400" cy="4572000"/>
          </a:xfrm>
        </p:spPr>
        <p:txBody>
          <a:bodyPr/>
          <a:lstStyle/>
          <a:p>
            <a:pPr marL="0" indent="0">
              <a:lnSpc>
                <a:spcPct val="115000"/>
              </a:lnSpc>
              <a:spcAft>
                <a:spcPts val="1000"/>
              </a:spcAft>
              <a:buNone/>
            </a:pPr>
            <a:r>
              <a:rPr lang="en-US" sz="2000" dirty="0">
                <a:latin typeface="+mj-lt"/>
                <a:ea typeface="Calibri" panose="020F0502020204030204" pitchFamily="34" charset="0"/>
                <a:cs typeface="Times New Roman" panose="02020603050405020304" pitchFamily="18" charset="0"/>
              </a:rPr>
              <a:t>T</a:t>
            </a:r>
            <a:r>
              <a:rPr lang="en-US" sz="2000" dirty="0">
                <a:effectLst/>
                <a:latin typeface="+mj-lt"/>
                <a:ea typeface="Calibri" panose="020F0502020204030204" pitchFamily="34" charset="0"/>
                <a:cs typeface="Times New Roman" panose="02020603050405020304" pitchFamily="18" charset="0"/>
              </a:rPr>
              <a:t>he Cuckoo Hash Table algorithm is a clever way to handle storage and retrieval of keys using two hash functions and a process of evicting keys when collisions occur. It includes mechanisms for resizing the storage when it gets too full and allows statistical analysis of keys stored in the tables. Overall, it provides efficient access and management of data.</a:t>
            </a:r>
            <a:endParaRPr lang="en-IN" sz="2000" dirty="0">
              <a:effectLst/>
              <a:latin typeface="+mj-lt"/>
              <a:ea typeface="Calibri" panose="020F0502020204030204" pitchFamily="34" charset="0"/>
              <a:cs typeface="Times New Roman" panose="02020603050405020304" pitchFamily="18" charset="0"/>
            </a:endParaRPr>
          </a:p>
          <a:p>
            <a:pPr marL="0" indent="0">
              <a:lnSpc>
                <a:spcPct val="115000"/>
              </a:lnSpc>
              <a:spcAft>
                <a:spcPts val="1000"/>
              </a:spcAft>
              <a:buNone/>
            </a:pP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2200" dirty="0">
              <a:latin typeface="+mn-lt"/>
            </a:endParaRPr>
          </a:p>
          <a:p>
            <a:pPr marL="914400" lvl="2" indent="0">
              <a:buNone/>
            </a:pPr>
            <a:endParaRPr lang="en-US" sz="2200" dirty="0">
              <a:latin typeface="+mn-lt"/>
            </a:endParaRPr>
          </a:p>
          <a:p>
            <a:pPr marL="457200" lvl="1" indent="0">
              <a:buNone/>
            </a:pPr>
            <a:endParaRPr lang="en-US" sz="2200" dirty="0">
              <a:latin typeface="+mn-lt"/>
            </a:endParaRPr>
          </a:p>
        </p:txBody>
      </p:sp>
      <p:sp>
        <p:nvSpPr>
          <p:cNvPr id="4" name="Footer Placeholder 3">
            <a:extLst>
              <a:ext uri="{FF2B5EF4-FFF2-40B4-BE49-F238E27FC236}">
                <a16:creationId xmlns:a16="http://schemas.microsoft.com/office/drawing/2014/main" id="{55188EEE-438E-B09A-8D9A-27233A1DF24E}"/>
              </a:ext>
            </a:extLst>
          </p:cNvPr>
          <p:cNvSpPr>
            <a:spLocks noGrp="1"/>
          </p:cNvSpPr>
          <p:nvPr>
            <p:ph type="ftr" sz="quarter" idx="10"/>
          </p:nvPr>
        </p:nvSpPr>
        <p:spPr/>
        <p:txBody>
          <a:bodyPr/>
          <a:lstStyle/>
          <a:p>
            <a:pPr>
              <a:defRPr/>
            </a:pPr>
            <a:r>
              <a:rPr lang="en-US" dirty="0"/>
              <a:t>Department of IT</a:t>
            </a:r>
          </a:p>
        </p:txBody>
      </p:sp>
      <p:sp>
        <p:nvSpPr>
          <p:cNvPr id="5" name="Title 1">
            <a:extLst>
              <a:ext uri="{FF2B5EF4-FFF2-40B4-BE49-F238E27FC236}">
                <a16:creationId xmlns:a16="http://schemas.microsoft.com/office/drawing/2014/main" id="{524F1E33-6824-CE80-D2E1-FF2823B4CC35}"/>
              </a:ext>
            </a:extLst>
          </p:cNvPr>
          <p:cNvSpPr>
            <a:spLocks noGrp="1"/>
          </p:cNvSpPr>
          <p:nvPr>
            <p:ph type="title"/>
          </p:nvPr>
        </p:nvSpPr>
        <p:spPr>
          <a:xfrm>
            <a:off x="941294" y="647700"/>
            <a:ext cx="7086600" cy="685800"/>
          </a:xfrm>
        </p:spPr>
        <p:txBody>
          <a:bodyPr/>
          <a:lstStyle/>
          <a:p>
            <a:pPr algn="l"/>
            <a:r>
              <a:rPr lang="en-US" sz="3600" dirty="0">
                <a:latin typeface="+mj-lt"/>
              </a:rPr>
              <a:t>SUMMARY</a:t>
            </a:r>
            <a:br>
              <a:rPr lang="en-US" sz="3600" dirty="0">
                <a:latin typeface="+mj-lt"/>
              </a:rPr>
            </a:br>
            <a:endParaRPr lang="en-US" sz="3600" dirty="0">
              <a:latin typeface="+mj-lt"/>
            </a:endParaRPr>
          </a:p>
        </p:txBody>
      </p:sp>
    </p:spTree>
    <p:extLst>
      <p:ext uri="{BB962C8B-B14F-4D97-AF65-F5344CB8AC3E}">
        <p14:creationId xmlns:p14="http://schemas.microsoft.com/office/powerpoint/2010/main" val="1257132602"/>
      </p:ext>
    </p:extLst>
  </p:cSld>
  <p:clrMapOvr>
    <a:masterClrMapping/>
  </p:clrMapOvr>
  <p:transition>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a:defRPr/>
            </a:pPr>
            <a:r>
              <a:rPr lang="en-US" sz="3600" dirty="0">
                <a:latin typeface="+mj-lt"/>
              </a:rPr>
              <a:t>Source Code</a:t>
            </a:r>
          </a:p>
        </p:txBody>
      </p:sp>
      <p:sp>
        <p:nvSpPr>
          <p:cNvPr id="30723" name="Content Placeholder 2"/>
          <p:cNvSpPr>
            <a:spLocks noGrp="1"/>
          </p:cNvSpPr>
          <p:nvPr>
            <p:ph idx="1"/>
          </p:nvPr>
        </p:nvSpPr>
        <p:spPr>
          <a:xfrm>
            <a:off x="1066800" y="1676400"/>
            <a:ext cx="7391400" cy="4419600"/>
          </a:xfrm>
        </p:spPr>
        <p:txBody>
          <a:bodyPr/>
          <a:lstStyle/>
          <a:p>
            <a:pPr marL="0" indent="0">
              <a:buFontTx/>
              <a:buNone/>
              <a:defRPr/>
            </a:pPr>
            <a:r>
              <a:rPr lang="en-US" dirty="0">
                <a:solidFill>
                  <a:srgbClr val="000000"/>
                </a:solidFill>
                <a:latin typeface="Times New Roman"/>
              </a:rPr>
              <a:t>  Source code </a:t>
            </a:r>
            <a:r>
              <a:rPr lang="en-US" dirty="0" err="1">
                <a:solidFill>
                  <a:srgbClr val="000000"/>
                </a:solidFill>
                <a:latin typeface="Times New Roman"/>
              </a:rPr>
              <a:t>link:</a:t>
            </a:r>
            <a:r>
              <a:rPr lang="en-US" dirty="0" err="1">
                <a:solidFill>
                  <a:srgbClr val="000000"/>
                </a:solidFill>
                <a:latin typeface="Times New Roman"/>
                <a:hlinkClick r:id="rId2" action="ppaction://hlinkfile"/>
              </a:rPr>
              <a:t>pdf</a:t>
            </a:r>
            <a:r>
              <a:rPr lang="en-US" dirty="0" err="1">
                <a:solidFill>
                  <a:srgbClr val="000000"/>
                </a:solidFill>
                <a:latin typeface="Times New Roman"/>
                <a:hlinkClick r:id="rId3"/>
              </a:rPr>
              <a:t>Mini</a:t>
            </a:r>
            <a:r>
              <a:rPr lang="en-US">
                <a:solidFill>
                  <a:srgbClr val="000000"/>
                </a:solidFill>
                <a:latin typeface="Times New Roman"/>
                <a:hlinkClick r:id="rId3"/>
              </a:rPr>
              <a:t> project code.docx</a:t>
            </a:r>
            <a:endParaRPr lang="en-US" baseline="-25000" dirty="0">
              <a:latin typeface="+mn-lt"/>
            </a:endParaRPr>
          </a:p>
        </p:txBody>
      </p:sp>
      <p:sp>
        <p:nvSpPr>
          <p:cNvPr id="4301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Verdana" pitchFamily="34" charset="0"/>
              </a:defRPr>
            </a:lvl1pPr>
            <a:lvl2pPr marL="742950" indent="-285750" eaLnBrk="0" hangingPunct="0">
              <a:defRPr sz="1400" b="1">
                <a:solidFill>
                  <a:schemeClr val="tx1"/>
                </a:solidFill>
                <a:latin typeface="Verdana" pitchFamily="34" charset="0"/>
              </a:defRPr>
            </a:lvl2pPr>
            <a:lvl3pPr marL="1143000" indent="-228600" eaLnBrk="0" hangingPunct="0">
              <a:defRPr sz="1400" b="1">
                <a:solidFill>
                  <a:schemeClr val="tx1"/>
                </a:solidFill>
                <a:latin typeface="Verdana" pitchFamily="34" charset="0"/>
              </a:defRPr>
            </a:lvl3pPr>
            <a:lvl4pPr marL="1600200" indent="-228600" eaLnBrk="0" hangingPunct="0">
              <a:defRPr sz="1400" b="1">
                <a:solidFill>
                  <a:schemeClr val="tx1"/>
                </a:solidFill>
                <a:latin typeface="Verdana" pitchFamily="34" charset="0"/>
              </a:defRPr>
            </a:lvl4pPr>
            <a:lvl5pPr marL="2057400" indent="-228600" eaLnBrk="0" hangingPunct="0">
              <a:defRPr sz="1400" b="1">
                <a:solidFill>
                  <a:schemeClr val="tx1"/>
                </a:solidFill>
                <a:latin typeface="Verdana" pitchFamily="34" charset="0"/>
              </a:defRPr>
            </a:lvl5pPr>
            <a:lvl6pPr marL="2514600" indent="-228600" eaLnBrk="0" fontAlgn="base" hangingPunct="0">
              <a:spcBef>
                <a:spcPct val="20000"/>
              </a:spcBef>
              <a:spcAft>
                <a:spcPct val="0"/>
              </a:spcAft>
              <a:buChar char="•"/>
              <a:defRPr sz="1400" b="1">
                <a:solidFill>
                  <a:schemeClr val="tx1"/>
                </a:solidFill>
                <a:latin typeface="Verdana" pitchFamily="34" charset="0"/>
              </a:defRPr>
            </a:lvl6pPr>
            <a:lvl7pPr marL="2971800" indent="-228600" eaLnBrk="0" fontAlgn="base" hangingPunct="0">
              <a:spcBef>
                <a:spcPct val="20000"/>
              </a:spcBef>
              <a:spcAft>
                <a:spcPct val="0"/>
              </a:spcAft>
              <a:buChar char="•"/>
              <a:defRPr sz="1400" b="1">
                <a:solidFill>
                  <a:schemeClr val="tx1"/>
                </a:solidFill>
                <a:latin typeface="Verdana" pitchFamily="34" charset="0"/>
              </a:defRPr>
            </a:lvl7pPr>
            <a:lvl8pPr marL="3429000" indent="-228600" eaLnBrk="0" fontAlgn="base" hangingPunct="0">
              <a:spcBef>
                <a:spcPct val="20000"/>
              </a:spcBef>
              <a:spcAft>
                <a:spcPct val="0"/>
              </a:spcAft>
              <a:buChar char="•"/>
              <a:defRPr sz="1400" b="1">
                <a:solidFill>
                  <a:schemeClr val="tx1"/>
                </a:solidFill>
                <a:latin typeface="Verdana" pitchFamily="34" charset="0"/>
              </a:defRPr>
            </a:lvl8pPr>
            <a:lvl9pPr marL="3886200" indent="-228600" eaLnBrk="0" fontAlgn="base" hangingPunct="0">
              <a:spcBef>
                <a:spcPct val="20000"/>
              </a:spcBef>
              <a:spcAft>
                <a:spcPct val="0"/>
              </a:spcAft>
              <a:buChar char="•"/>
              <a:defRPr sz="1400" b="1">
                <a:solidFill>
                  <a:schemeClr val="tx1"/>
                </a:solidFill>
                <a:latin typeface="Verdana" pitchFamily="34" charset="0"/>
              </a:defRPr>
            </a:lvl9pPr>
          </a:lstStyle>
          <a:p>
            <a:pPr eaLnBrk="1" hangingPunct="1"/>
            <a:r>
              <a:rPr lang="en-US" b="0">
                <a:solidFill>
                  <a:srgbClr val="0000FF"/>
                </a:solidFill>
                <a:latin typeface="Arial" charset="0"/>
              </a:rPr>
              <a:t>Department of IT</a:t>
            </a:r>
          </a:p>
        </p:txBody>
      </p:sp>
    </p:spTree>
  </p:cSld>
  <p:clrMapOvr>
    <a:masterClrMapping/>
  </p:clrMapOvr>
  <p:transition>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09600"/>
            <a:ext cx="7772400" cy="571504"/>
          </a:xfrm>
        </p:spPr>
        <p:txBody>
          <a:bodyPr/>
          <a:lstStyle/>
          <a:p>
            <a:r>
              <a:rPr lang="en-US" sz="3600" dirty="0">
                <a:latin typeface="+mj-lt"/>
              </a:rPr>
              <a:t>Output screenshots</a:t>
            </a:r>
          </a:p>
        </p:txBody>
      </p:sp>
      <p:sp>
        <p:nvSpPr>
          <p:cNvPr id="4" name="Footer Placeholder 3"/>
          <p:cNvSpPr>
            <a:spLocks noGrp="1"/>
          </p:cNvSpPr>
          <p:nvPr>
            <p:ph type="ftr" sz="quarter" idx="10"/>
          </p:nvPr>
        </p:nvSpPr>
        <p:spPr/>
        <p:txBody>
          <a:bodyPr/>
          <a:lstStyle/>
          <a:p>
            <a:pPr>
              <a:defRPr/>
            </a:pPr>
            <a:r>
              <a:rPr lang="en-US" dirty="0"/>
              <a:t>Department of IT</a:t>
            </a:r>
          </a:p>
        </p:txBody>
      </p:sp>
      <p:pic>
        <p:nvPicPr>
          <p:cNvPr id="6" name="Content Placeholder 5">
            <a:extLst>
              <a:ext uri="{FF2B5EF4-FFF2-40B4-BE49-F238E27FC236}">
                <a16:creationId xmlns:a16="http://schemas.microsoft.com/office/drawing/2014/main" id="{13740B40-436A-DBF9-7D3C-E43E270F952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76400" y="1388834"/>
            <a:ext cx="6477000" cy="4651835"/>
          </a:xfrm>
        </p:spPr>
      </p:pic>
    </p:spTree>
  </p:cSld>
  <p:clrMapOvr>
    <a:masterClrMapping/>
  </p:clrMapOvr>
  <p:transition>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803CE-D934-92FC-75D8-95CCD042FED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A9BF6B-4482-B273-7D85-3C53507EEF64}"/>
              </a:ext>
            </a:extLst>
          </p:cNvPr>
          <p:cNvSpPr>
            <a:spLocks noGrp="1"/>
          </p:cNvSpPr>
          <p:nvPr>
            <p:ph idx="1"/>
          </p:nvPr>
        </p:nvSpPr>
        <p:spPr>
          <a:xfrm>
            <a:off x="914400" y="1295400"/>
            <a:ext cx="7772400" cy="4724400"/>
          </a:xfrm>
        </p:spPr>
        <p:txBody>
          <a:bodyPr/>
          <a:lstStyle/>
          <a:p>
            <a:pPr marL="457200" lvl="3" indent="0">
              <a:buNone/>
              <a:defRPr/>
            </a:pPr>
            <a:r>
              <a:rPr lang="en-US" sz="2200" dirty="0">
                <a:latin typeface="+mn-lt"/>
              </a:rPr>
              <a:t>1.Data Structures and Algorithm Analysis in C++  by Mark Allen Weiss</a:t>
            </a:r>
          </a:p>
          <a:p>
            <a:pPr marL="457200" lvl="3" indent="0">
              <a:buNone/>
              <a:defRPr/>
            </a:pPr>
            <a:r>
              <a:rPr lang="en-US" sz="2200" dirty="0">
                <a:latin typeface="+mn-lt"/>
              </a:rPr>
              <a:t>2.Algorithms and Data Structures: The Basic Toolbox  by </a:t>
            </a:r>
            <a:r>
              <a:rPr lang="en-US" sz="2200" dirty="0" err="1">
                <a:latin typeface="+mn-lt"/>
              </a:rPr>
              <a:t>Mehlhorn</a:t>
            </a:r>
            <a:r>
              <a:rPr lang="en-US" sz="2200" dirty="0">
                <a:latin typeface="+mn-lt"/>
              </a:rPr>
              <a:t> and Sanders.</a:t>
            </a:r>
          </a:p>
          <a:p>
            <a:pPr marL="457200" lvl="3" indent="0">
              <a:buNone/>
              <a:defRPr/>
            </a:pPr>
            <a:r>
              <a:rPr lang="en-US" sz="2200" dirty="0">
                <a:latin typeface="+mn-lt"/>
              </a:rPr>
              <a:t>3.Introduction to Algorithms by Thomas H. </a:t>
            </a:r>
            <a:r>
              <a:rPr lang="en-US" sz="2200" dirty="0" err="1">
                <a:latin typeface="+mn-lt"/>
              </a:rPr>
              <a:t>Cormen</a:t>
            </a:r>
            <a:r>
              <a:rPr lang="en-US" sz="2200" dirty="0">
                <a:latin typeface="+mn-lt"/>
              </a:rPr>
              <a:t>, Charles E. </a:t>
            </a:r>
            <a:r>
              <a:rPr lang="en-US" sz="2200" dirty="0" err="1">
                <a:latin typeface="+mn-lt"/>
              </a:rPr>
              <a:t>Leiserson</a:t>
            </a:r>
            <a:r>
              <a:rPr lang="en-US" sz="2200" dirty="0">
                <a:latin typeface="+mn-lt"/>
              </a:rPr>
              <a:t>, Ronald L. Rivest, and Clifford Stein (CLRS)</a:t>
            </a:r>
          </a:p>
          <a:p>
            <a:pPr marL="457200" lvl="3" indent="0">
              <a:buNone/>
              <a:defRPr/>
            </a:pPr>
            <a:r>
              <a:rPr lang="en-US" sz="2200" dirty="0">
                <a:latin typeface="+mn-lt"/>
              </a:rPr>
              <a:t>4.Handbook of Data Structures and Applications by Dinesh P. Mehta and Sartaj Sahni .</a:t>
            </a:r>
          </a:p>
          <a:p>
            <a:pPr marL="457200" lvl="3" indent="0">
              <a:buNone/>
              <a:defRPr/>
            </a:pPr>
            <a:r>
              <a:rPr lang="en-US" sz="2200" dirty="0">
                <a:latin typeface="+mn-lt"/>
              </a:rPr>
              <a:t>5.Cuckoo Hashing" by Rasmus </a:t>
            </a:r>
            <a:r>
              <a:rPr lang="en-US" sz="2200" dirty="0" err="1">
                <a:latin typeface="+mn-lt"/>
              </a:rPr>
              <a:t>Pagh</a:t>
            </a:r>
            <a:r>
              <a:rPr lang="en-US" sz="2200" dirty="0">
                <a:latin typeface="+mn-lt"/>
              </a:rPr>
              <a:t> and Flemming </a:t>
            </a:r>
            <a:r>
              <a:rPr lang="en-US" sz="2200" dirty="0" err="1">
                <a:latin typeface="+mn-lt"/>
              </a:rPr>
              <a:t>Friche</a:t>
            </a:r>
            <a:r>
              <a:rPr lang="en-US" sz="2200" dirty="0">
                <a:latin typeface="+mn-lt"/>
              </a:rPr>
              <a:t> </a:t>
            </a:r>
            <a:r>
              <a:rPr lang="en-US" sz="2200" dirty="0" err="1">
                <a:latin typeface="+mn-lt"/>
              </a:rPr>
              <a:t>RodlerI</a:t>
            </a:r>
            <a:r>
              <a:rPr lang="en-US" sz="2200" dirty="0">
                <a:latin typeface="+mn-lt"/>
              </a:rPr>
              <a:t>. </a:t>
            </a:r>
          </a:p>
          <a:p>
            <a:pPr marL="457200" lvl="3" indent="0">
              <a:buNone/>
              <a:defRPr/>
            </a:pPr>
            <a:r>
              <a:rPr lang="en-US" sz="2200" dirty="0">
                <a:latin typeface="+mn-lt"/>
              </a:rPr>
              <a:t>6.Advanced Data Structures by Peter </a:t>
            </a:r>
            <a:r>
              <a:rPr lang="en-US" sz="2200" dirty="0" err="1">
                <a:latin typeface="+mn-lt"/>
              </a:rPr>
              <a:t>BrassR</a:t>
            </a:r>
            <a:r>
              <a:rPr lang="en-US" sz="2200" dirty="0">
                <a:latin typeface="+mn-lt"/>
              </a:rPr>
              <a:t>.</a:t>
            </a:r>
          </a:p>
          <a:p>
            <a:pPr marL="457200" lvl="3" indent="0">
              <a:buNone/>
              <a:defRPr/>
            </a:pPr>
            <a:r>
              <a:rPr lang="en-US" sz="2200" dirty="0">
                <a:latin typeface="+mn-lt"/>
              </a:rPr>
              <a:t>7.C++ Primer by Stanley B. Lippman, Josée Lajoie, and Barbara E. </a:t>
            </a:r>
            <a:r>
              <a:rPr lang="en-US" sz="2200" dirty="0" err="1">
                <a:latin typeface="+mn-lt"/>
              </a:rPr>
              <a:t>MooM</a:t>
            </a:r>
            <a:r>
              <a:rPr lang="en-US" sz="2200" dirty="0">
                <a:latin typeface="+mn-lt"/>
              </a:rPr>
              <a:t>.</a:t>
            </a:r>
          </a:p>
          <a:p>
            <a:pPr marL="457200" lvl="3" indent="0">
              <a:buNone/>
              <a:defRPr/>
            </a:pPr>
            <a:endParaRPr lang="en-US" sz="2200" dirty="0">
              <a:latin typeface="+mn-lt"/>
            </a:endParaRPr>
          </a:p>
          <a:p>
            <a:pPr marL="457200" lvl="3" indent="0">
              <a:buNone/>
              <a:defRPr/>
            </a:pPr>
            <a:endParaRPr lang="en-US" sz="2200" dirty="0">
              <a:latin typeface="+mn-lt"/>
            </a:endParaRPr>
          </a:p>
          <a:p>
            <a:pPr marL="0" indent="0">
              <a:buNone/>
              <a:defRPr/>
            </a:pPr>
            <a:endParaRPr lang="en-US" sz="2200" dirty="0">
              <a:latin typeface="+mn-lt"/>
            </a:endParaRPr>
          </a:p>
        </p:txBody>
      </p:sp>
      <p:sp>
        <p:nvSpPr>
          <p:cNvPr id="35843" name="Footer Placeholder 3">
            <a:extLst>
              <a:ext uri="{FF2B5EF4-FFF2-40B4-BE49-F238E27FC236}">
                <a16:creationId xmlns:a16="http://schemas.microsoft.com/office/drawing/2014/main" id="{EE284818-569E-0885-4090-E2867A29A5A3}"/>
              </a:ext>
            </a:extLst>
          </p:cNvPr>
          <p:cNvSpPr>
            <a:spLocks noGrp="1"/>
          </p:cNvSpPr>
          <p:nvPr>
            <p:ph type="ftr" sz="quarter" idx="10"/>
          </p:nvPr>
        </p:nvSpPr>
        <p:spPr>
          <a:xfrm>
            <a:off x="3200400" y="6248400"/>
            <a:ext cx="2895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Verdana" pitchFamily="34" charset="0"/>
              </a:defRPr>
            </a:lvl1pPr>
            <a:lvl2pPr marL="742950" indent="-285750" eaLnBrk="0" hangingPunct="0">
              <a:defRPr sz="1400" b="1">
                <a:solidFill>
                  <a:schemeClr val="tx1"/>
                </a:solidFill>
                <a:latin typeface="Verdana" pitchFamily="34" charset="0"/>
              </a:defRPr>
            </a:lvl2pPr>
            <a:lvl3pPr marL="1143000" indent="-228600" eaLnBrk="0" hangingPunct="0">
              <a:defRPr sz="1400" b="1">
                <a:solidFill>
                  <a:schemeClr val="tx1"/>
                </a:solidFill>
                <a:latin typeface="Verdana" pitchFamily="34" charset="0"/>
              </a:defRPr>
            </a:lvl3pPr>
            <a:lvl4pPr marL="1600200" indent="-228600" eaLnBrk="0" hangingPunct="0">
              <a:defRPr sz="1400" b="1">
                <a:solidFill>
                  <a:schemeClr val="tx1"/>
                </a:solidFill>
                <a:latin typeface="Verdana" pitchFamily="34" charset="0"/>
              </a:defRPr>
            </a:lvl4pPr>
            <a:lvl5pPr marL="2057400" indent="-228600" eaLnBrk="0" hangingPunct="0">
              <a:defRPr sz="1400" b="1">
                <a:solidFill>
                  <a:schemeClr val="tx1"/>
                </a:solidFill>
                <a:latin typeface="Verdana" pitchFamily="34" charset="0"/>
              </a:defRPr>
            </a:lvl5pPr>
            <a:lvl6pPr marL="2514600" indent="-228600" eaLnBrk="0" fontAlgn="base" hangingPunct="0">
              <a:spcBef>
                <a:spcPct val="20000"/>
              </a:spcBef>
              <a:spcAft>
                <a:spcPct val="0"/>
              </a:spcAft>
              <a:buChar char="•"/>
              <a:defRPr sz="1400" b="1">
                <a:solidFill>
                  <a:schemeClr val="tx1"/>
                </a:solidFill>
                <a:latin typeface="Verdana" pitchFamily="34" charset="0"/>
              </a:defRPr>
            </a:lvl6pPr>
            <a:lvl7pPr marL="2971800" indent="-228600" eaLnBrk="0" fontAlgn="base" hangingPunct="0">
              <a:spcBef>
                <a:spcPct val="20000"/>
              </a:spcBef>
              <a:spcAft>
                <a:spcPct val="0"/>
              </a:spcAft>
              <a:buChar char="•"/>
              <a:defRPr sz="1400" b="1">
                <a:solidFill>
                  <a:schemeClr val="tx1"/>
                </a:solidFill>
                <a:latin typeface="Verdana" pitchFamily="34" charset="0"/>
              </a:defRPr>
            </a:lvl7pPr>
            <a:lvl8pPr marL="3429000" indent="-228600" eaLnBrk="0" fontAlgn="base" hangingPunct="0">
              <a:spcBef>
                <a:spcPct val="20000"/>
              </a:spcBef>
              <a:spcAft>
                <a:spcPct val="0"/>
              </a:spcAft>
              <a:buChar char="•"/>
              <a:defRPr sz="1400" b="1">
                <a:solidFill>
                  <a:schemeClr val="tx1"/>
                </a:solidFill>
                <a:latin typeface="Verdana" pitchFamily="34" charset="0"/>
              </a:defRPr>
            </a:lvl8pPr>
            <a:lvl9pPr marL="3886200" indent="-228600" eaLnBrk="0" fontAlgn="base" hangingPunct="0">
              <a:spcBef>
                <a:spcPct val="20000"/>
              </a:spcBef>
              <a:spcAft>
                <a:spcPct val="0"/>
              </a:spcAft>
              <a:buChar char="•"/>
              <a:defRPr sz="1400" b="1">
                <a:solidFill>
                  <a:schemeClr val="tx1"/>
                </a:solidFill>
                <a:latin typeface="Verdana" pitchFamily="34" charset="0"/>
              </a:defRPr>
            </a:lvl9pPr>
          </a:lstStyle>
          <a:p>
            <a:pPr eaLnBrk="1" hangingPunct="1"/>
            <a:r>
              <a:rPr lang="en-US" b="0">
                <a:solidFill>
                  <a:srgbClr val="0000FF"/>
                </a:solidFill>
                <a:latin typeface="Arial" charset="0"/>
              </a:rPr>
              <a:t>Department of IT</a:t>
            </a:r>
          </a:p>
        </p:txBody>
      </p:sp>
      <p:sp>
        <p:nvSpPr>
          <p:cNvPr id="5" name="Title 1">
            <a:extLst>
              <a:ext uri="{FF2B5EF4-FFF2-40B4-BE49-F238E27FC236}">
                <a16:creationId xmlns:a16="http://schemas.microsoft.com/office/drawing/2014/main" id="{12DE8D17-5D96-D99B-1C86-E32BE493CE4B}"/>
              </a:ext>
            </a:extLst>
          </p:cNvPr>
          <p:cNvSpPr>
            <a:spLocks noGrp="1"/>
          </p:cNvSpPr>
          <p:nvPr>
            <p:ph type="title"/>
          </p:nvPr>
        </p:nvSpPr>
        <p:spPr>
          <a:xfrm>
            <a:off x="1295400" y="609600"/>
            <a:ext cx="7239000" cy="685800"/>
          </a:xfrm>
        </p:spPr>
        <p:txBody>
          <a:bodyPr/>
          <a:lstStyle/>
          <a:p>
            <a:pPr algn="l">
              <a:defRPr/>
            </a:pPr>
            <a:r>
              <a:rPr lang="en-US" sz="3600" dirty="0">
                <a:latin typeface="+mn-lt"/>
              </a:rPr>
              <a:t>REFRENCES</a:t>
            </a:r>
          </a:p>
        </p:txBody>
      </p:sp>
    </p:spTree>
    <p:extLst>
      <p:ext uri="{BB962C8B-B14F-4D97-AF65-F5344CB8AC3E}">
        <p14:creationId xmlns:p14="http://schemas.microsoft.com/office/powerpoint/2010/main" val="2046640098"/>
      </p:ext>
    </p:extLst>
  </p:cSld>
  <p:clrMapOvr>
    <a:masterClrMapping/>
  </p:clrMapOvr>
  <p:transition>
    <p:zoom/>
  </p:transition>
</p:sld>
</file>

<file path=ppt/theme/theme1.xml><?xml version="1.0" encoding="utf-8"?>
<a:theme xmlns:a="http://schemas.openxmlformats.org/drawingml/2006/main" name="Default Design">
  <a:themeElements>
    <a:clrScheme name="Custo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00"/>
      </a:hlink>
      <a:folHlink>
        <a:srgbClr val="000000"/>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457200" marR="0" indent="0" algn="l" defTabSz="914400" rtl="0" eaLnBrk="1" fontAlgn="base" latinLnBrk="0" hangingPunct="1">
          <a:lnSpc>
            <a:spcPct val="100000"/>
          </a:lnSpc>
          <a:spcBef>
            <a:spcPct val="20000"/>
          </a:spcBef>
          <a:spcAft>
            <a:spcPct val="0"/>
          </a:spcAft>
          <a:buClrTx/>
          <a:buSzTx/>
          <a:buFontTx/>
          <a:buChar char="•"/>
          <a:tabLst/>
          <a:defRPr kumimoji="0" lang="en-US" sz="14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457200" marR="0" indent="0" algn="l" defTabSz="914400" rtl="0" eaLnBrk="1" fontAlgn="base" latinLnBrk="0" hangingPunct="1">
          <a:lnSpc>
            <a:spcPct val="100000"/>
          </a:lnSpc>
          <a:spcBef>
            <a:spcPct val="20000"/>
          </a:spcBef>
          <a:spcAft>
            <a:spcPct val="0"/>
          </a:spcAft>
          <a:buClrTx/>
          <a:buSzTx/>
          <a:buFontTx/>
          <a:buChar char="•"/>
          <a:tabLst/>
          <a:defRPr kumimoji="0" lang="en-US" sz="14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6913</TotalTime>
  <Words>1961</Words>
  <Application>Microsoft Office PowerPoint</Application>
  <PresentationFormat>On-screen Show (4:3)</PresentationFormat>
  <Paragraphs>265</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Wingdings</vt:lpstr>
      <vt:lpstr>Times New Roman</vt:lpstr>
      <vt:lpstr>Verdana</vt:lpstr>
      <vt:lpstr>Arial</vt:lpstr>
      <vt:lpstr>Calibri</vt:lpstr>
      <vt:lpstr>Default Design</vt:lpstr>
      <vt:lpstr>CUCKOO HASHING</vt:lpstr>
      <vt:lpstr> AIM</vt:lpstr>
      <vt:lpstr>INTRODUCTION</vt:lpstr>
      <vt:lpstr>PICTORIAL REPRESENTATION</vt:lpstr>
      <vt:lpstr>PICTORIAL REPRESENTATION</vt:lpstr>
      <vt:lpstr>PICTORIAL REPRESENTATION</vt:lpstr>
      <vt:lpstr> </vt:lpstr>
      <vt:lpstr>Problem Statement</vt:lpstr>
      <vt:lpstr>Problem statement </vt:lpstr>
      <vt:lpstr>Module Explanation </vt:lpstr>
      <vt:lpstr>Module Explanation </vt:lpstr>
      <vt:lpstr>Contd...</vt:lpstr>
      <vt:lpstr>Contd...</vt:lpstr>
      <vt:lpstr>Contd...</vt:lpstr>
      <vt:lpstr>Contd...</vt:lpstr>
      <vt:lpstr>Contd...</vt:lpstr>
      <vt:lpstr>Algorithm and implementation</vt:lpstr>
      <vt:lpstr>Contd...</vt:lpstr>
      <vt:lpstr>Contd...</vt:lpstr>
      <vt:lpstr>Contd...</vt:lpstr>
      <vt:lpstr>Contd...</vt:lpstr>
      <vt:lpstr>Contd…</vt:lpstr>
      <vt:lpstr>SOLUTION(flowchart):</vt:lpstr>
      <vt:lpstr>PowerPoint Presentation</vt:lpstr>
      <vt:lpstr>PowerPoint Presentation</vt:lpstr>
      <vt:lpstr>APPLICATIONS </vt:lpstr>
      <vt:lpstr>SUMMARY </vt:lpstr>
      <vt:lpstr>Source Code</vt:lpstr>
      <vt:lpstr>Output screenshots</vt:lpstr>
      <vt:lpstr>REFRENCES</vt:lpstr>
    </vt:vector>
  </TitlesOfParts>
  <Company>rightgen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rightgen2</dc:creator>
  <cp:lastModifiedBy>ShreeHarini K</cp:lastModifiedBy>
  <cp:revision>543</cp:revision>
  <dcterms:created xsi:type="dcterms:W3CDTF">2001-09-21T16:07:35Z</dcterms:created>
  <dcterms:modified xsi:type="dcterms:W3CDTF">2024-11-26T01:47:04Z</dcterms:modified>
</cp:coreProperties>
</file>